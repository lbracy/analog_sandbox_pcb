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3" r:id="rId5"/>
    <p:sldId id="271" r:id="rId6"/>
    <p:sldId id="259" r:id="rId7"/>
    <p:sldId id="260" r:id="rId8"/>
    <p:sldId id="261" r:id="rId9"/>
    <p:sldId id="269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Trudgen" userId="df60b22a-be4c-46b8-9f7f-6314daa050fd" providerId="ADAL" clId="{AE2368C1-BF86-4A57-B5BA-BC8683D9222B}"/>
    <pc:docChg chg="undo custSel addSld delSld modSld">
      <pc:chgData name="Mark Trudgen" userId="df60b22a-be4c-46b8-9f7f-6314daa050fd" providerId="ADAL" clId="{AE2368C1-BF86-4A57-B5BA-BC8683D9222B}" dt="2026-02-17T21:00:26.172" v="1366" actId="1035"/>
      <pc:docMkLst>
        <pc:docMk/>
      </pc:docMkLst>
      <pc:sldChg chg="delSp modSp mod">
        <pc:chgData name="Mark Trudgen" userId="df60b22a-be4c-46b8-9f7f-6314daa050fd" providerId="ADAL" clId="{AE2368C1-BF86-4A57-B5BA-BC8683D9222B}" dt="2026-02-04T17:36:08.250" v="12" actId="478"/>
        <pc:sldMkLst>
          <pc:docMk/>
          <pc:sldMk cId="87330414" sldId="257"/>
        </pc:sldMkLst>
        <pc:spChg chg="mod">
          <ac:chgData name="Mark Trudgen" userId="df60b22a-be4c-46b8-9f7f-6314daa050fd" providerId="ADAL" clId="{AE2368C1-BF86-4A57-B5BA-BC8683D9222B}" dt="2026-02-04T17:31:53.440" v="10" actId="6549"/>
          <ac:spMkLst>
            <pc:docMk/>
            <pc:sldMk cId="87330414" sldId="257"/>
            <ac:spMk id="7" creationId="{BB39A178-515D-4AD8-BE8F-86389D4BA692}"/>
          </ac:spMkLst>
        </pc:spChg>
        <pc:spChg chg="mod">
          <ac:chgData name="Mark Trudgen" userId="df60b22a-be4c-46b8-9f7f-6314daa050fd" providerId="ADAL" clId="{AE2368C1-BF86-4A57-B5BA-BC8683D9222B}" dt="2026-02-04T17:31:47.950" v="6" actId="20577"/>
          <ac:spMkLst>
            <pc:docMk/>
            <pc:sldMk cId="87330414" sldId="257"/>
            <ac:spMk id="11" creationId="{3D15B478-CBF6-4E1E-BCDC-5A1AFB9359A3}"/>
          </ac:spMkLst>
        </pc:spChg>
        <pc:spChg chg="del mod">
          <ac:chgData name="Mark Trudgen" userId="df60b22a-be4c-46b8-9f7f-6314daa050fd" providerId="ADAL" clId="{AE2368C1-BF86-4A57-B5BA-BC8683D9222B}" dt="2026-02-04T17:36:08.250" v="12" actId="478"/>
          <ac:spMkLst>
            <pc:docMk/>
            <pc:sldMk cId="87330414" sldId="257"/>
            <ac:spMk id="12" creationId="{945D5C5F-6608-4BE5-BC98-6CB601F0D00E}"/>
          </ac:spMkLst>
        </pc:spChg>
      </pc:sldChg>
      <pc:sldChg chg="addSp delSp modSp mod">
        <pc:chgData name="Mark Trudgen" userId="df60b22a-be4c-46b8-9f7f-6314daa050fd" providerId="ADAL" clId="{AE2368C1-BF86-4A57-B5BA-BC8683D9222B}" dt="2026-02-10T13:17:40.385" v="1363" actId="208"/>
        <pc:sldMkLst>
          <pc:docMk/>
          <pc:sldMk cId="323949192" sldId="262"/>
        </pc:sldMkLst>
        <pc:spChg chg="mod">
          <ac:chgData name="Mark Trudgen" userId="df60b22a-be4c-46b8-9f7f-6314daa050fd" providerId="ADAL" clId="{AE2368C1-BF86-4A57-B5BA-BC8683D9222B}" dt="2026-02-04T18:38:28.869" v="654" actId="1076"/>
          <ac:spMkLst>
            <pc:docMk/>
            <pc:sldMk cId="323949192" sldId="262"/>
            <ac:spMk id="2" creationId="{DDF061A4-777D-491A-8BDA-2AE3C622FC51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4" creationId="{5AE9CB4F-9743-4075-B4F1-CB38D9866B15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" creationId="{B045FBCE-FA1A-4186-A1DC-298752DC46F3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7" creationId="{D4DC2754-8987-4D37-95FB-EB759944526B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8" creationId="{EC2D1F73-850A-46A6-B5D8-8C177B38416D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9" creationId="{F3083DB2-261F-4025-A7C7-42C9AE3C349E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0" creationId="{B1D58E37-88BB-4188-9060-81CCC1337D9E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1" creationId="{9FC9C988-31D9-48E0-8763-3DC3AD922768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2" creationId="{53D67CA3-526C-496E-A0D8-7E57D1F3446B}"/>
          </ac:spMkLst>
        </pc:spChg>
        <pc:spChg chg="del mod">
          <ac:chgData name="Mark Trudgen" userId="df60b22a-be4c-46b8-9f7f-6314daa050fd" providerId="ADAL" clId="{AE2368C1-BF86-4A57-B5BA-BC8683D9222B}" dt="2026-02-04T18:30:20.618" v="223" actId="478"/>
          <ac:spMkLst>
            <pc:docMk/>
            <pc:sldMk cId="323949192" sldId="262"/>
            <ac:spMk id="13" creationId="{DE20CCFD-FBA4-4DBE-B572-B4ECCEFABCDB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5" creationId="{0296AD29-9858-43E6-BAF8-17BE4700171F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6" creationId="{06D394B6-501C-41F5-AF23-0598ACD85834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7" creationId="{252A7858-DA86-4BAB-8580-441F5E59F8FF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8" creationId="{F251B405-45ED-4159-A9CB-D9FF29EA7805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19" creationId="{E805CB22-7AEF-4F09-9E02-7413DFED8AAC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20" creationId="{CD7F3D70-5BE7-40B2-A1D8-19E2B9A2A1CB}"/>
          </ac:spMkLst>
        </pc:spChg>
        <pc:spChg chg="del mod">
          <ac:chgData name="Mark Trudgen" userId="df60b22a-be4c-46b8-9f7f-6314daa050fd" providerId="ADAL" clId="{AE2368C1-BF86-4A57-B5BA-BC8683D9222B}" dt="2026-02-04T18:33:57.907" v="280" actId="478"/>
          <ac:spMkLst>
            <pc:docMk/>
            <pc:sldMk cId="323949192" sldId="262"/>
            <ac:spMk id="21" creationId="{35BC939B-32DF-4300-983D-0BF5C7E2C96D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22" creationId="{5346D78D-2E54-4049-8E0E-2FA0B8E4A138}"/>
          </ac:spMkLst>
        </pc:spChg>
        <pc:spChg chg="del mod">
          <ac:chgData name="Mark Trudgen" userId="df60b22a-be4c-46b8-9f7f-6314daa050fd" providerId="ADAL" clId="{AE2368C1-BF86-4A57-B5BA-BC8683D9222B}" dt="2026-02-04T18:28:52.945" v="199" actId="478"/>
          <ac:spMkLst>
            <pc:docMk/>
            <pc:sldMk cId="323949192" sldId="262"/>
            <ac:spMk id="23" creationId="{EAACA07C-21FF-4392-A9D5-E973D089F865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24" creationId="{5CFE3291-AE24-43AA-BC56-8F9CA8748456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25" creationId="{3553DA6E-2CA6-46F2-9C00-88B681DA22D6}"/>
          </ac:spMkLst>
        </pc:spChg>
        <pc:spChg chg="del">
          <ac:chgData name="Mark Trudgen" userId="df60b22a-be4c-46b8-9f7f-6314daa050fd" providerId="ADAL" clId="{AE2368C1-BF86-4A57-B5BA-BC8683D9222B}" dt="2026-02-04T17:49:21.249" v="32" actId="478"/>
          <ac:spMkLst>
            <pc:docMk/>
            <pc:sldMk cId="323949192" sldId="262"/>
            <ac:spMk id="26" creationId="{E62BEEF7-F68D-414A-87B7-E501A64223D7}"/>
          </ac:spMkLst>
        </pc:spChg>
        <pc:spChg chg="del">
          <ac:chgData name="Mark Trudgen" userId="df60b22a-be4c-46b8-9f7f-6314daa050fd" providerId="ADAL" clId="{AE2368C1-BF86-4A57-B5BA-BC8683D9222B}" dt="2026-02-04T17:47:26.968" v="14" actId="478"/>
          <ac:spMkLst>
            <pc:docMk/>
            <pc:sldMk cId="323949192" sldId="262"/>
            <ac:spMk id="27" creationId="{F513E32C-C653-4C87-9D1A-717DAD396201}"/>
          </ac:spMkLst>
        </pc:spChg>
        <pc:spChg chg="del">
          <ac:chgData name="Mark Trudgen" userId="df60b22a-be4c-46b8-9f7f-6314daa050fd" providerId="ADAL" clId="{AE2368C1-BF86-4A57-B5BA-BC8683D9222B}" dt="2026-02-04T17:47:26.051" v="13" actId="478"/>
          <ac:spMkLst>
            <pc:docMk/>
            <pc:sldMk cId="323949192" sldId="262"/>
            <ac:spMk id="33" creationId="{257BCEB5-B5D1-4855-986F-0CB2E1DCA261}"/>
          </ac:spMkLst>
        </pc:spChg>
        <pc:spChg chg="del">
          <ac:chgData name="Mark Trudgen" userId="df60b22a-be4c-46b8-9f7f-6314daa050fd" providerId="ADAL" clId="{AE2368C1-BF86-4A57-B5BA-BC8683D9222B}" dt="2026-02-04T17:47:33.546" v="17" actId="478"/>
          <ac:spMkLst>
            <pc:docMk/>
            <pc:sldMk cId="323949192" sldId="262"/>
            <ac:spMk id="34" creationId="{25ED557C-15A0-4A07-90D1-FBBA3D2F2461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35" creationId="{69E3A0ED-DD06-4664-9F95-DE63F0F60F56}"/>
          </ac:spMkLst>
        </pc:spChg>
        <pc:spChg chg="mod">
          <ac:chgData name="Mark Trudgen" userId="df60b22a-be4c-46b8-9f7f-6314daa050fd" providerId="ADAL" clId="{AE2368C1-BF86-4A57-B5BA-BC8683D9222B}" dt="2026-02-04T18:38:33.569" v="655" actId="1076"/>
          <ac:spMkLst>
            <pc:docMk/>
            <pc:sldMk cId="323949192" sldId="262"/>
            <ac:spMk id="37" creationId="{E4AC26CF-5C5F-45D4-BEA9-9B1603CD2F22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38" creationId="{889B104F-BDB5-4DE4-8F9C-F26405194CC5}"/>
          </ac:spMkLst>
        </pc:spChg>
        <pc:spChg chg="add mod ord">
          <ac:chgData name="Mark Trudgen" userId="df60b22a-be4c-46b8-9f7f-6314daa050fd" providerId="ADAL" clId="{AE2368C1-BF86-4A57-B5BA-BC8683D9222B}" dt="2026-02-10T13:17:40.385" v="1363" actId="208"/>
          <ac:spMkLst>
            <pc:docMk/>
            <pc:sldMk cId="323949192" sldId="262"/>
            <ac:spMk id="40" creationId="{2F7C3E7E-8ACA-4D58-A008-C8DA73B64AF4}"/>
          </ac:spMkLst>
        </pc:spChg>
        <pc:spChg chg="add del mod">
          <ac:chgData name="Mark Trudgen" userId="df60b22a-be4c-46b8-9f7f-6314daa050fd" providerId="ADAL" clId="{AE2368C1-BF86-4A57-B5BA-BC8683D9222B}" dt="2026-02-04T18:20:54.818" v="135" actId="767"/>
          <ac:spMkLst>
            <pc:docMk/>
            <pc:sldMk cId="323949192" sldId="262"/>
            <ac:spMk id="41" creationId="{CE3E98D8-E540-4ACA-A1A5-1571FA800D53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44" creationId="{D96F309B-BD45-4789-9568-6B51A91C4454}"/>
          </ac:spMkLst>
        </pc:spChg>
        <pc:spChg chg="add del mod">
          <ac:chgData name="Mark Trudgen" userId="df60b22a-be4c-46b8-9f7f-6314daa050fd" providerId="ADAL" clId="{AE2368C1-BF86-4A57-B5BA-BC8683D9222B}" dt="2026-02-04T18:33:57.206" v="279" actId="478"/>
          <ac:spMkLst>
            <pc:docMk/>
            <pc:sldMk cId="323949192" sldId="262"/>
            <ac:spMk id="45" creationId="{D5027922-5E53-4311-8861-DCAF6F7D92D5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46" creationId="{1C3D2064-DC38-45CF-8BBE-8534E0C36251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48" creationId="{6AE336AB-17E9-47EE-A081-40FBCFE1536F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49" creationId="{32985F83-62A2-4D0B-A680-2BDEFD0BA2CB}"/>
          </ac:spMkLst>
        </pc:spChg>
        <pc:spChg chg="add mod">
          <ac:chgData name="Mark Trudgen" userId="df60b22a-be4c-46b8-9f7f-6314daa050fd" providerId="ADAL" clId="{AE2368C1-BF86-4A57-B5BA-BC8683D9222B}" dt="2026-02-04T18:38:33.569" v="655" actId="1076"/>
          <ac:spMkLst>
            <pc:docMk/>
            <pc:sldMk cId="323949192" sldId="262"/>
            <ac:spMk id="51" creationId="{216FD251-EF1B-4091-BE83-6B399D4D26E0}"/>
          </ac:spMkLst>
        </pc:spChg>
        <pc:spChg chg="add mod">
          <ac:chgData name="Mark Trudgen" userId="df60b22a-be4c-46b8-9f7f-6314daa050fd" providerId="ADAL" clId="{AE2368C1-BF86-4A57-B5BA-BC8683D9222B}" dt="2026-02-04T18:38:33.569" v="655" actId="1076"/>
          <ac:spMkLst>
            <pc:docMk/>
            <pc:sldMk cId="323949192" sldId="262"/>
            <ac:spMk id="52" creationId="{10082FBD-3966-477C-B41A-D77D3055DBD8}"/>
          </ac:spMkLst>
        </pc:spChg>
        <pc:spChg chg="del">
          <ac:chgData name="Mark Trudgen" userId="df60b22a-be4c-46b8-9f7f-6314daa050fd" providerId="ADAL" clId="{AE2368C1-BF86-4A57-B5BA-BC8683D9222B}" dt="2026-02-04T18:31:59.635" v="257" actId="478"/>
          <ac:spMkLst>
            <pc:docMk/>
            <pc:sldMk cId="323949192" sldId="262"/>
            <ac:spMk id="53" creationId="{C6B118D5-F6B5-4DB8-81A3-DBC40270303A}"/>
          </ac:spMkLst>
        </pc:spChg>
        <pc:spChg chg="add mod">
          <ac:chgData name="Mark Trudgen" userId="df60b22a-be4c-46b8-9f7f-6314daa050fd" providerId="ADAL" clId="{AE2368C1-BF86-4A57-B5BA-BC8683D9222B}" dt="2026-02-04T18:38:33.569" v="655" actId="1076"/>
          <ac:spMkLst>
            <pc:docMk/>
            <pc:sldMk cId="323949192" sldId="262"/>
            <ac:spMk id="54" creationId="{0DA3489C-0443-4D37-878A-6544D8A6A2D1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55" creationId="{D3C3FE44-B460-4D65-81B9-07A66DE368F9}"/>
          </ac:spMkLst>
        </pc:spChg>
        <pc:spChg chg="add del mod">
          <ac:chgData name="Mark Trudgen" userId="df60b22a-be4c-46b8-9f7f-6314daa050fd" providerId="ADAL" clId="{AE2368C1-BF86-4A57-B5BA-BC8683D9222B}" dt="2026-02-04T18:27:49.218" v="186" actId="478"/>
          <ac:spMkLst>
            <pc:docMk/>
            <pc:sldMk cId="323949192" sldId="262"/>
            <ac:spMk id="56" creationId="{665B2E69-6814-4654-B3D4-5BC0BEFA6BD7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57" creationId="{F018E8DA-C702-4884-8643-35D7AA73A53D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59" creationId="{3C71FBE2-1EB5-4CC3-8660-D85CE6AF0FDF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0" creationId="{A2909F90-AFD7-4A05-AECC-9BD922882970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1" creationId="{2DBA66F8-85D7-48CE-88AC-A037BF134697}"/>
          </ac:spMkLst>
        </pc:spChg>
        <pc:spChg chg="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2" creationId="{DF064DAC-CC2C-42C9-9B5A-43710355D3F0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3" creationId="{01039E31-816C-4B17-A22A-8551BA072758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4" creationId="{9754F31B-B9D1-4E97-A178-EFA83C6B4DFE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5" creationId="{76547FD5-5357-4F9F-8691-CB83A57445D6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7" creationId="{A011F890-94BE-424D-BE71-666A35FB8F00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8" creationId="{109D7017-8E5F-4EFB-9F31-3C380DE2CDB1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69" creationId="{75E95DF3-597A-4164-9A6A-ED507F841C71}"/>
          </ac:spMkLst>
        </pc:spChg>
        <pc:spChg chg="add del mod">
          <ac:chgData name="Mark Trudgen" userId="df60b22a-be4c-46b8-9f7f-6314daa050fd" providerId="ADAL" clId="{AE2368C1-BF86-4A57-B5BA-BC8683D9222B}" dt="2026-02-04T18:30:13.138" v="220" actId="478"/>
          <ac:spMkLst>
            <pc:docMk/>
            <pc:sldMk cId="323949192" sldId="262"/>
            <ac:spMk id="70" creationId="{C893B243-E129-4C75-8998-540F311F4E65}"/>
          </ac:spMkLst>
        </pc:spChg>
        <pc:spChg chg="add del mod">
          <ac:chgData name="Mark Trudgen" userId="df60b22a-be4c-46b8-9f7f-6314daa050fd" providerId="ADAL" clId="{AE2368C1-BF86-4A57-B5BA-BC8683D9222B}" dt="2026-02-04T18:43:11.164" v="710" actId="478"/>
          <ac:spMkLst>
            <pc:docMk/>
            <pc:sldMk cId="323949192" sldId="262"/>
            <ac:spMk id="71" creationId="{02A902BC-AFAA-4443-BC44-FD9EBCEE3C72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72" creationId="{6896C60E-1B7B-4CA6-8E1F-5B8E84F40B89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73" creationId="{CE11BCBA-E07E-49A6-842F-B2F7D20C8EBF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74" creationId="{B3BC5883-8EBE-41E1-8136-41917E11B6E5}"/>
          </ac:spMkLst>
        </pc:spChg>
        <pc:spChg chg="add del mod">
          <ac:chgData name="Mark Trudgen" userId="df60b22a-be4c-46b8-9f7f-6314daa050fd" providerId="ADAL" clId="{AE2368C1-BF86-4A57-B5BA-BC8683D9222B}" dt="2026-02-04T18:43:28.145" v="726" actId="478"/>
          <ac:spMkLst>
            <pc:docMk/>
            <pc:sldMk cId="323949192" sldId="262"/>
            <ac:spMk id="75" creationId="{A82F981D-FB00-4FB8-AB51-37FD78B35A0B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76" creationId="{7CD3C24A-31E1-435B-AF6F-7B44D7CC0DA6}"/>
          </ac:spMkLst>
        </pc:spChg>
        <pc:spChg chg="add mod">
          <ac:chgData name="Mark Trudgen" userId="df60b22a-be4c-46b8-9f7f-6314daa050fd" providerId="ADAL" clId="{AE2368C1-BF86-4A57-B5BA-BC8683D9222B}" dt="2026-02-04T18:35:36.721" v="289" actId="1076"/>
          <ac:spMkLst>
            <pc:docMk/>
            <pc:sldMk cId="323949192" sldId="262"/>
            <ac:spMk id="77" creationId="{196510F9-E77A-4CC8-923D-CD7C70900F63}"/>
          </ac:spMkLst>
        </pc:spChg>
        <pc:spChg chg="add mod">
          <ac:chgData name="Mark Trudgen" userId="df60b22a-be4c-46b8-9f7f-6314daa050fd" providerId="ADAL" clId="{AE2368C1-BF86-4A57-B5BA-BC8683D9222B}" dt="2026-02-04T18:38:04.985" v="649" actId="20577"/>
          <ac:spMkLst>
            <pc:docMk/>
            <pc:sldMk cId="323949192" sldId="262"/>
            <ac:spMk id="78" creationId="{5F8D5C97-CDBC-4B71-BF40-2EA1877DC040}"/>
          </ac:spMkLst>
        </pc:spChg>
        <pc:spChg chg="add mod">
          <ac:chgData name="Mark Trudgen" userId="df60b22a-be4c-46b8-9f7f-6314daa050fd" providerId="ADAL" clId="{AE2368C1-BF86-4A57-B5BA-BC8683D9222B}" dt="2026-02-04T18:38:33.569" v="655" actId="1076"/>
          <ac:spMkLst>
            <pc:docMk/>
            <pc:sldMk cId="323949192" sldId="262"/>
            <ac:spMk id="79" creationId="{E8CED076-1C31-46A1-B8BC-81ACE14576E7}"/>
          </ac:spMkLst>
        </pc:spChg>
        <pc:spChg chg="add mod">
          <ac:chgData name="Mark Trudgen" userId="df60b22a-be4c-46b8-9f7f-6314daa050fd" providerId="ADAL" clId="{AE2368C1-BF86-4A57-B5BA-BC8683D9222B}" dt="2026-02-04T18:38:53.202" v="707" actId="1076"/>
          <ac:spMkLst>
            <pc:docMk/>
            <pc:sldMk cId="323949192" sldId="262"/>
            <ac:spMk id="80" creationId="{0F3AFE56-29F0-4E48-B3EB-A1B03FA844CA}"/>
          </ac:spMkLst>
        </pc:spChg>
        <pc:spChg chg="add mod">
          <ac:chgData name="Mark Trudgen" userId="df60b22a-be4c-46b8-9f7f-6314daa050fd" providerId="ADAL" clId="{AE2368C1-BF86-4A57-B5BA-BC8683D9222B}" dt="2026-02-04T18:43:19.704" v="723" actId="1076"/>
          <ac:spMkLst>
            <pc:docMk/>
            <pc:sldMk cId="323949192" sldId="262"/>
            <ac:spMk id="81" creationId="{6062F2D2-1344-46BB-937A-7EABCDBAE843}"/>
          </ac:spMkLst>
        </pc:spChg>
        <pc:spChg chg="add mod">
          <ac:chgData name="Mark Trudgen" userId="df60b22a-be4c-46b8-9f7f-6314daa050fd" providerId="ADAL" clId="{AE2368C1-BF86-4A57-B5BA-BC8683D9222B}" dt="2026-02-04T18:43:33.635" v="729" actId="1076"/>
          <ac:spMkLst>
            <pc:docMk/>
            <pc:sldMk cId="323949192" sldId="262"/>
            <ac:spMk id="82" creationId="{CCD870F7-C3EE-49A0-A893-8FC1CFD6FFDF}"/>
          </ac:spMkLst>
        </pc:spChg>
        <pc:spChg chg="add mod">
          <ac:chgData name="Mark Trudgen" userId="df60b22a-be4c-46b8-9f7f-6314daa050fd" providerId="ADAL" clId="{AE2368C1-BF86-4A57-B5BA-BC8683D9222B}" dt="2026-02-04T18:49:50.952" v="801" actId="113"/>
          <ac:spMkLst>
            <pc:docMk/>
            <pc:sldMk cId="323949192" sldId="262"/>
            <ac:spMk id="83" creationId="{51FB1987-EA72-457E-96D0-343BCC0A1E8A}"/>
          </ac:spMkLst>
        </pc:spChg>
        <pc:spChg chg="add mod">
          <ac:chgData name="Mark Trudgen" userId="df60b22a-be4c-46b8-9f7f-6314daa050fd" providerId="ADAL" clId="{AE2368C1-BF86-4A57-B5BA-BC8683D9222B}" dt="2026-02-04T18:53:12.835" v="831" actId="1076"/>
          <ac:spMkLst>
            <pc:docMk/>
            <pc:sldMk cId="323949192" sldId="262"/>
            <ac:spMk id="84" creationId="{5FDFFD47-61FC-49A9-9B18-292C1418E64D}"/>
          </ac:spMkLst>
        </pc:spChg>
        <pc:spChg chg="add mod">
          <ac:chgData name="Mark Trudgen" userId="df60b22a-be4c-46b8-9f7f-6314daa050fd" providerId="ADAL" clId="{AE2368C1-BF86-4A57-B5BA-BC8683D9222B}" dt="2026-02-04T18:53:21.119" v="835" actId="1076"/>
          <ac:spMkLst>
            <pc:docMk/>
            <pc:sldMk cId="323949192" sldId="262"/>
            <ac:spMk id="85" creationId="{2BDB6461-21FB-4254-A468-CD04D151944B}"/>
          </ac:spMkLst>
        </pc:spChg>
        <pc:spChg chg="add mod">
          <ac:chgData name="Mark Trudgen" userId="df60b22a-be4c-46b8-9f7f-6314daa050fd" providerId="ADAL" clId="{AE2368C1-BF86-4A57-B5BA-BC8683D9222B}" dt="2026-02-04T18:53:26.752" v="839" actId="20577"/>
          <ac:spMkLst>
            <pc:docMk/>
            <pc:sldMk cId="323949192" sldId="262"/>
            <ac:spMk id="86" creationId="{B59795AB-5B6C-461A-B7CD-62E9CA77B736}"/>
          </ac:spMkLst>
        </pc:spChg>
        <pc:spChg chg="add mod">
          <ac:chgData name="Mark Trudgen" userId="df60b22a-be4c-46b8-9f7f-6314daa050fd" providerId="ADAL" clId="{AE2368C1-BF86-4A57-B5BA-BC8683D9222B}" dt="2026-02-04T18:53:36.299" v="844" actId="20577"/>
          <ac:spMkLst>
            <pc:docMk/>
            <pc:sldMk cId="323949192" sldId="262"/>
            <ac:spMk id="87" creationId="{192CF1F0-7160-4330-A57C-B3CBBA41C985}"/>
          </ac:spMkLst>
        </pc:spChg>
        <pc:spChg chg="add mod">
          <ac:chgData name="Mark Trudgen" userId="df60b22a-be4c-46b8-9f7f-6314daa050fd" providerId="ADAL" clId="{AE2368C1-BF86-4A57-B5BA-BC8683D9222B}" dt="2026-02-04T18:54:40.219" v="875" actId="1076"/>
          <ac:spMkLst>
            <pc:docMk/>
            <pc:sldMk cId="323949192" sldId="262"/>
            <ac:spMk id="88" creationId="{A12EAC87-B849-4429-9E5E-B792072E976D}"/>
          </ac:spMkLst>
        </pc:spChg>
        <pc:grpChg chg="mod">
          <ac:chgData name="Mark Trudgen" userId="df60b22a-be4c-46b8-9f7f-6314daa050fd" providerId="ADAL" clId="{AE2368C1-BF86-4A57-B5BA-BC8683D9222B}" dt="2026-02-04T18:35:36.721" v="289" actId="1076"/>
          <ac:grpSpMkLst>
            <pc:docMk/>
            <pc:sldMk cId="323949192" sldId="262"/>
            <ac:grpSpMk id="5" creationId="{232B954B-6897-4B7F-A3FE-8246F07FB2C7}"/>
          </ac:grpSpMkLst>
        </pc:grpChg>
        <pc:grpChg chg="mod">
          <ac:chgData name="Mark Trudgen" userId="df60b22a-be4c-46b8-9f7f-6314daa050fd" providerId="ADAL" clId="{AE2368C1-BF86-4A57-B5BA-BC8683D9222B}" dt="2026-02-04T18:35:36.721" v="289" actId="1076"/>
          <ac:grpSpMkLst>
            <pc:docMk/>
            <pc:sldMk cId="323949192" sldId="262"/>
            <ac:grpSpMk id="14" creationId="{79220C4B-A660-4EB7-9738-F9B1A2261F0F}"/>
          </ac:grpSpMkLst>
        </pc:grpChg>
        <pc:grpChg chg="del mod">
          <ac:chgData name="Mark Trudgen" userId="df60b22a-be4c-46b8-9f7f-6314daa050fd" providerId="ADAL" clId="{AE2368C1-BF86-4A57-B5BA-BC8683D9222B}" dt="2026-02-04T18:33:08.269" v="264" actId="478"/>
          <ac:grpSpMkLst>
            <pc:docMk/>
            <pc:sldMk cId="323949192" sldId="262"/>
            <ac:grpSpMk id="28" creationId="{0DF3547C-9691-4E87-A58C-EF483D7251F7}"/>
          </ac:grpSpMkLst>
        </pc:grpChg>
        <pc:grpChg chg="add mod">
          <ac:chgData name="Mark Trudgen" userId="df60b22a-be4c-46b8-9f7f-6314daa050fd" providerId="ADAL" clId="{AE2368C1-BF86-4A57-B5BA-BC8683D9222B}" dt="2026-02-04T18:35:36.721" v="289" actId="1076"/>
          <ac:grpSpMkLst>
            <pc:docMk/>
            <pc:sldMk cId="323949192" sldId="262"/>
            <ac:grpSpMk id="58" creationId="{281EF771-429D-4D1F-9466-F68618812AF0}"/>
          </ac:grpSpMkLst>
        </pc:grpChg>
        <pc:grpChg chg="add mod">
          <ac:chgData name="Mark Trudgen" userId="df60b22a-be4c-46b8-9f7f-6314daa050fd" providerId="ADAL" clId="{AE2368C1-BF86-4A57-B5BA-BC8683D9222B}" dt="2026-02-04T18:35:36.721" v="289" actId="1076"/>
          <ac:grpSpMkLst>
            <pc:docMk/>
            <pc:sldMk cId="323949192" sldId="262"/>
            <ac:grpSpMk id="66" creationId="{47CE284C-4DE5-4645-9325-8A1C507E3AD5}"/>
          </ac:grpSpMkLst>
        </pc:grpChg>
        <pc:graphicFrameChg chg="add del mod">
          <ac:chgData name="Mark Trudgen" userId="df60b22a-be4c-46b8-9f7f-6314daa050fd" providerId="ADAL" clId="{AE2368C1-BF86-4A57-B5BA-BC8683D9222B}" dt="2026-02-04T18:18:11.974" v="67"/>
          <ac:graphicFrameMkLst>
            <pc:docMk/>
            <pc:sldMk cId="323949192" sldId="262"/>
            <ac:graphicFrameMk id="39" creationId="{9785D75F-AF15-42B4-B790-F4C4AF830CA3}"/>
          </ac:graphicFrameMkLst>
        </pc:graphicFrameChg>
        <pc:cxnChg chg="del mod">
          <ac:chgData name="Mark Trudgen" userId="df60b22a-be4c-46b8-9f7f-6314daa050fd" providerId="ADAL" clId="{AE2368C1-BF86-4A57-B5BA-BC8683D9222B}" dt="2026-02-04T17:49:34.476" v="37" actId="478"/>
          <ac:cxnSpMkLst>
            <pc:docMk/>
            <pc:sldMk cId="323949192" sldId="262"/>
            <ac:cxnSpMk id="36" creationId="{070950F9-C05D-4A4C-9C1F-65018F0155A7}"/>
          </ac:cxnSpMkLst>
        </pc:cxnChg>
        <pc:cxnChg chg="del">
          <ac:chgData name="Mark Trudgen" userId="df60b22a-be4c-46b8-9f7f-6314daa050fd" providerId="ADAL" clId="{AE2368C1-BF86-4A57-B5BA-BC8683D9222B}" dt="2026-02-04T17:49:32.108" v="35" actId="478"/>
          <ac:cxnSpMkLst>
            <pc:docMk/>
            <pc:sldMk cId="323949192" sldId="262"/>
            <ac:cxnSpMk id="42" creationId="{6BC45E24-DAC3-48E5-8CA3-85D190528F4B}"/>
          </ac:cxnSpMkLst>
        </pc:cxnChg>
        <pc:cxnChg chg="del">
          <ac:chgData name="Mark Trudgen" userId="df60b22a-be4c-46b8-9f7f-6314daa050fd" providerId="ADAL" clId="{AE2368C1-BF86-4A57-B5BA-BC8683D9222B}" dt="2026-02-04T17:49:33.208" v="36" actId="478"/>
          <ac:cxnSpMkLst>
            <pc:docMk/>
            <pc:sldMk cId="323949192" sldId="262"/>
            <ac:cxnSpMk id="43" creationId="{607E4DC1-1F63-462F-928D-351D35F123C6}"/>
          </ac:cxnSpMkLst>
        </pc:cxnChg>
        <pc:cxnChg chg="del">
          <ac:chgData name="Mark Trudgen" userId="df60b22a-be4c-46b8-9f7f-6314daa050fd" providerId="ADAL" clId="{AE2368C1-BF86-4A57-B5BA-BC8683D9222B}" dt="2026-02-04T18:31:58.271" v="256" actId="478"/>
          <ac:cxnSpMkLst>
            <pc:docMk/>
            <pc:sldMk cId="323949192" sldId="262"/>
            <ac:cxnSpMk id="47" creationId="{F8D30AC6-217A-41F2-8163-D42B94804417}"/>
          </ac:cxnSpMkLst>
        </pc:cxnChg>
        <pc:cxnChg chg="del">
          <ac:chgData name="Mark Trudgen" userId="df60b22a-be4c-46b8-9f7f-6314daa050fd" providerId="ADAL" clId="{AE2368C1-BF86-4A57-B5BA-BC8683D9222B}" dt="2026-02-04T18:32:00.805" v="258" actId="478"/>
          <ac:cxnSpMkLst>
            <pc:docMk/>
            <pc:sldMk cId="323949192" sldId="262"/>
            <ac:cxnSpMk id="50" creationId="{08F29BAC-6BD7-4C9B-803D-76E2672942DE}"/>
          </ac:cxnSpMkLst>
        </pc:cxnChg>
      </pc:sldChg>
      <pc:sldChg chg="addSp delSp modSp mod">
        <pc:chgData name="Mark Trudgen" userId="df60b22a-be4c-46b8-9f7f-6314daa050fd" providerId="ADAL" clId="{AE2368C1-BF86-4A57-B5BA-BC8683D9222B}" dt="2026-02-10T13:17:48.625" v="1364" actId="208"/>
        <pc:sldMkLst>
          <pc:docMk/>
          <pc:sldMk cId="2530642084" sldId="263"/>
        </pc:sldMkLst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4" creationId="{9B012547-3C29-4A7C-A655-28E5E2B51411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6" creationId="{6B3F6461-F5D6-495B-AC6D-86DC6CF6AF2A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7" creationId="{60B3BB8D-3D54-4096-83F6-A0BDC0611D6F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8" creationId="{54E412DA-3ABC-410B-AF4C-6F7EB66C0618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9" creationId="{BBCD387E-E01E-4CE2-B410-3AFFD7AF8051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0" creationId="{18CE8A88-46FC-4842-B5BD-61C7B0E7AE14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1" creationId="{74E2B1F8-2363-4F5C-AC8A-3541048F9836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2" creationId="{3D618167-2608-4FF5-A6D6-F9FF021C0388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3" creationId="{1EA2B208-D08B-4741-8278-AE1564DB5D79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4" creationId="{EE8E9F4B-29C1-4120-A9B3-038CA6139B83}"/>
          </ac:spMkLst>
        </pc:spChg>
        <pc:spChg chg="del">
          <ac:chgData name="Mark Trudgen" userId="df60b22a-be4c-46b8-9f7f-6314daa050fd" providerId="ADAL" clId="{AE2368C1-BF86-4A57-B5BA-BC8683D9222B}" dt="2026-02-04T18:47:53.181" v="760" actId="478"/>
          <ac:spMkLst>
            <pc:docMk/>
            <pc:sldMk cId="2530642084" sldId="263"/>
            <ac:spMk id="15" creationId="{46401FA0-575B-4746-BDD6-F91ED86F5A59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6" creationId="{1B44088E-DB36-4245-B5A5-07B5444D9E20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17" creationId="{B3A7EE1F-23B5-412A-BA73-655A679F33C2}"/>
          </ac:spMkLst>
        </pc:spChg>
        <pc:spChg chg="del">
          <ac:chgData name="Mark Trudgen" userId="df60b22a-be4c-46b8-9f7f-6314daa050fd" providerId="ADAL" clId="{AE2368C1-BF86-4A57-B5BA-BC8683D9222B}" dt="2026-02-04T18:49:16.596" v="784" actId="478"/>
          <ac:spMkLst>
            <pc:docMk/>
            <pc:sldMk cId="2530642084" sldId="263"/>
            <ac:spMk id="18" creationId="{D2404F6E-EC6B-49B2-AF4F-F7A18CD14C5A}"/>
          </ac:spMkLst>
        </pc:spChg>
        <pc:spChg chg="del">
          <ac:chgData name="Mark Trudgen" userId="df60b22a-be4c-46b8-9f7f-6314daa050fd" providerId="ADAL" clId="{AE2368C1-BF86-4A57-B5BA-BC8683D9222B}" dt="2026-02-04T18:47:14.802" v="752" actId="478"/>
          <ac:spMkLst>
            <pc:docMk/>
            <pc:sldMk cId="2530642084" sldId="263"/>
            <ac:spMk id="19" creationId="{158D33DE-ABAD-4D3F-8B0B-F6F814237FAF}"/>
          </ac:spMkLst>
        </pc:spChg>
        <pc:spChg chg="del">
          <ac:chgData name="Mark Trudgen" userId="df60b22a-be4c-46b8-9f7f-6314daa050fd" providerId="ADAL" clId="{AE2368C1-BF86-4A57-B5BA-BC8683D9222B}" dt="2026-02-04T18:48:59.053" v="777" actId="478"/>
          <ac:spMkLst>
            <pc:docMk/>
            <pc:sldMk cId="2530642084" sldId="263"/>
            <ac:spMk id="20" creationId="{DE4CF629-5DD2-4096-881D-4A4F0E7F2329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21" creationId="{4A135654-2F54-4B6A-B219-D74AEC2D2DE2}"/>
          </ac:spMkLst>
        </pc:spChg>
        <pc:spChg chg="del mod">
          <ac:chgData name="Mark Trudgen" userId="df60b22a-be4c-46b8-9f7f-6314daa050fd" providerId="ADAL" clId="{AE2368C1-BF86-4A57-B5BA-BC8683D9222B}" dt="2026-02-04T18:50:40.793" v="816" actId="478"/>
          <ac:spMkLst>
            <pc:docMk/>
            <pc:sldMk cId="2530642084" sldId="263"/>
            <ac:spMk id="22" creationId="{C6793CA0-7510-4F66-AAC4-13A164F1FF9D}"/>
          </ac:spMkLst>
        </pc:spChg>
        <pc:spChg chg="del">
          <ac:chgData name="Mark Trudgen" userId="df60b22a-be4c-46b8-9f7f-6314daa050fd" providerId="ADAL" clId="{AE2368C1-BF86-4A57-B5BA-BC8683D9222B}" dt="2026-02-04T18:47:53.919" v="761" actId="478"/>
          <ac:spMkLst>
            <pc:docMk/>
            <pc:sldMk cId="2530642084" sldId="263"/>
            <ac:spMk id="23" creationId="{ACE4F30B-C680-4249-AB17-B99EB963BA50}"/>
          </ac:spMkLst>
        </pc:spChg>
        <pc:spChg chg="del mod">
          <ac:chgData name="Mark Trudgen" userId="df60b22a-be4c-46b8-9f7f-6314daa050fd" providerId="ADAL" clId="{AE2368C1-BF86-4A57-B5BA-BC8683D9222B}" dt="2026-02-04T18:48:56.154" v="776" actId="478"/>
          <ac:spMkLst>
            <pc:docMk/>
            <pc:sldMk cId="2530642084" sldId="263"/>
            <ac:spMk id="24" creationId="{46C97EDE-7CD7-47B9-9E5D-EDDDC68A3662}"/>
          </ac:spMkLst>
        </pc:spChg>
        <pc:spChg chg="del">
          <ac:chgData name="Mark Trudgen" userId="df60b22a-be4c-46b8-9f7f-6314daa050fd" providerId="ADAL" clId="{AE2368C1-BF86-4A57-B5BA-BC8683D9222B}" dt="2026-02-04T18:48:07.492" v="764" actId="478"/>
          <ac:spMkLst>
            <pc:docMk/>
            <pc:sldMk cId="2530642084" sldId="263"/>
            <ac:spMk id="25" creationId="{1ABDF1A1-ED2E-482E-929D-F0C8AD4C15CD}"/>
          </ac:spMkLst>
        </pc:spChg>
        <pc:spChg chg="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26" creationId="{233AFCD0-973A-4245-82DA-A26BE298F92D}"/>
          </ac:spMkLst>
        </pc:spChg>
        <pc:spChg chg="del">
          <ac:chgData name="Mark Trudgen" userId="df60b22a-be4c-46b8-9f7f-6314daa050fd" providerId="ADAL" clId="{AE2368C1-BF86-4A57-B5BA-BC8683D9222B}" dt="2026-02-04T18:46:16.918" v="733" actId="478"/>
          <ac:spMkLst>
            <pc:docMk/>
            <pc:sldMk cId="2530642084" sldId="263"/>
            <ac:spMk id="28" creationId="{45095B1E-3AF2-4566-8E11-76F8A3E223FA}"/>
          </ac:spMkLst>
        </pc:spChg>
        <pc:spChg chg="add mod ord">
          <ac:chgData name="Mark Trudgen" userId="df60b22a-be4c-46b8-9f7f-6314daa050fd" providerId="ADAL" clId="{AE2368C1-BF86-4A57-B5BA-BC8683D9222B}" dt="2026-02-10T13:17:48.625" v="1364" actId="208"/>
          <ac:spMkLst>
            <pc:docMk/>
            <pc:sldMk cId="2530642084" sldId="263"/>
            <ac:spMk id="31" creationId="{8C480A0D-C6BD-4AA0-951F-2E0AAFFA0CFF}"/>
          </ac:spMkLst>
        </pc:spChg>
        <pc:spChg chg="add mod">
          <ac:chgData name="Mark Trudgen" userId="df60b22a-be4c-46b8-9f7f-6314daa050fd" providerId="ADAL" clId="{AE2368C1-BF86-4A57-B5BA-BC8683D9222B}" dt="2026-02-04T18:46:29.503" v="737"/>
          <ac:spMkLst>
            <pc:docMk/>
            <pc:sldMk cId="2530642084" sldId="263"/>
            <ac:spMk id="32" creationId="{F18F5434-27A0-4B96-8DE0-5EEAAC238718}"/>
          </ac:spMkLst>
        </pc:spChg>
        <pc:spChg chg="add mod">
          <ac:chgData name="Mark Trudgen" userId="df60b22a-be4c-46b8-9f7f-6314daa050fd" providerId="ADAL" clId="{AE2368C1-BF86-4A57-B5BA-BC8683D9222B}" dt="2026-02-04T18:46:29.503" v="737"/>
          <ac:spMkLst>
            <pc:docMk/>
            <pc:sldMk cId="2530642084" sldId="263"/>
            <ac:spMk id="33" creationId="{90A5FA88-C0B9-4516-995F-B8D77CF63816}"/>
          </ac:spMkLst>
        </pc:spChg>
        <pc:spChg chg="add mod">
          <ac:chgData name="Mark Trudgen" userId="df60b22a-be4c-46b8-9f7f-6314daa050fd" providerId="ADAL" clId="{AE2368C1-BF86-4A57-B5BA-BC8683D9222B}" dt="2026-02-04T18:46:29.503" v="737"/>
          <ac:spMkLst>
            <pc:docMk/>
            <pc:sldMk cId="2530642084" sldId="263"/>
            <ac:spMk id="35" creationId="{4A61BD23-FB3F-406B-B334-FB33896DCF2F}"/>
          </ac:spMkLst>
        </pc:spChg>
        <pc:spChg chg="add mod">
          <ac:chgData name="Mark Trudgen" userId="df60b22a-be4c-46b8-9f7f-6314daa050fd" providerId="ADAL" clId="{AE2368C1-BF86-4A57-B5BA-BC8683D9222B}" dt="2026-02-04T18:46:29.503" v="737"/>
          <ac:spMkLst>
            <pc:docMk/>
            <pc:sldMk cId="2530642084" sldId="263"/>
            <ac:spMk id="36" creationId="{91517DFD-722E-44C1-B2CF-1BBE74A4F8C3}"/>
          </ac:spMkLst>
        </pc:spChg>
        <pc:spChg chg="add mod">
          <ac:chgData name="Mark Trudgen" userId="df60b22a-be4c-46b8-9f7f-6314daa050fd" providerId="ADAL" clId="{AE2368C1-BF86-4A57-B5BA-BC8683D9222B}" dt="2026-02-04T18:46:29.503" v="737"/>
          <ac:spMkLst>
            <pc:docMk/>
            <pc:sldMk cId="2530642084" sldId="263"/>
            <ac:spMk id="37" creationId="{528F7806-EBF5-4511-9A91-A1F591DA2865}"/>
          </ac:spMkLst>
        </pc:spChg>
        <pc:spChg chg="add mod">
          <ac:chgData name="Mark Trudgen" userId="df60b22a-be4c-46b8-9f7f-6314daa050fd" providerId="ADAL" clId="{AE2368C1-BF86-4A57-B5BA-BC8683D9222B}" dt="2026-02-04T18:46:29.503" v="737"/>
          <ac:spMkLst>
            <pc:docMk/>
            <pc:sldMk cId="2530642084" sldId="263"/>
            <ac:spMk id="38" creationId="{3A97C3D7-1FB7-4C03-9A39-842B5D96B535}"/>
          </ac:spMkLst>
        </pc:spChg>
        <pc:spChg chg="add 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39" creationId="{C793CA5E-330E-43AA-AAA5-AD702531CB4F}"/>
          </ac:spMkLst>
        </pc:spChg>
        <pc:spChg chg="add 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0" creationId="{B9CB8824-C6DF-472A-872F-47C112EEDED3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2" creationId="{904A60A2-ABE3-4443-B45B-B213C73DDB9F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3" creationId="{5D83F1D8-6521-431B-A1BB-4E12D6D48689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4" creationId="{E6B06BE1-7C46-4C48-91BC-25A4F6C994C6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5" creationId="{A8D3C533-E42C-425D-9022-E2F199C8F929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7" creationId="{FD9E2229-F3C0-4AC2-A8A2-A3BD7A72B41D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8" creationId="{6D07750E-3C2B-48A0-85CD-1B87599E2019}"/>
          </ac:spMkLst>
        </pc:spChg>
        <pc:spChg chg="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49" creationId="{63D86EB0-862D-4566-B373-38F15B797E38}"/>
          </ac:spMkLst>
        </pc:spChg>
        <pc:spChg chg="add mod">
          <ac:chgData name="Mark Trudgen" userId="df60b22a-be4c-46b8-9f7f-6314daa050fd" providerId="ADAL" clId="{AE2368C1-BF86-4A57-B5BA-BC8683D9222B}" dt="2026-02-04T18:46:38.695" v="738"/>
          <ac:spMkLst>
            <pc:docMk/>
            <pc:sldMk cId="2530642084" sldId="263"/>
            <ac:spMk id="50" creationId="{EABDF0BA-12BA-4A54-8F5B-023888C2183C}"/>
          </ac:spMkLst>
        </pc:spChg>
        <pc:spChg chg="add mod">
          <ac:chgData name="Mark Trudgen" userId="df60b22a-be4c-46b8-9f7f-6314daa050fd" providerId="ADAL" clId="{AE2368C1-BF86-4A57-B5BA-BC8683D9222B}" dt="2026-02-04T18:46:47.639" v="741" actId="571"/>
          <ac:spMkLst>
            <pc:docMk/>
            <pc:sldMk cId="2530642084" sldId="263"/>
            <ac:spMk id="51" creationId="{24CC3D57-6A08-4440-8595-CBEA7F807B16}"/>
          </ac:spMkLst>
        </pc:spChg>
        <pc:spChg chg="add mod">
          <ac:chgData name="Mark Trudgen" userId="df60b22a-be4c-46b8-9f7f-6314daa050fd" providerId="ADAL" clId="{AE2368C1-BF86-4A57-B5BA-BC8683D9222B}" dt="2026-02-04T18:47:13.185" v="751" actId="571"/>
          <ac:spMkLst>
            <pc:docMk/>
            <pc:sldMk cId="2530642084" sldId="263"/>
            <ac:spMk id="52" creationId="{163CB68C-FDCC-4844-B16F-38C570FD2904}"/>
          </ac:spMkLst>
        </pc:spChg>
        <pc:spChg chg="add 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53" creationId="{4A92FCCC-AB2B-4FB1-8282-BB610A2F7493}"/>
          </ac:spMkLst>
        </pc:spChg>
        <pc:spChg chg="add 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54" creationId="{4502C4EC-0B1E-4148-980D-9EF1787F3755}"/>
          </ac:spMkLst>
        </pc:spChg>
        <pc:spChg chg="add 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55" creationId="{D8DAF885-9FEA-4588-8897-DA0EB6561941}"/>
          </ac:spMkLst>
        </pc:spChg>
        <pc:spChg chg="add 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56" creationId="{00D12E98-CEFC-42E8-B447-D21FB33940AF}"/>
          </ac:spMkLst>
        </pc:spChg>
        <pc:spChg chg="add mod">
          <ac:chgData name="Mark Trudgen" userId="df60b22a-be4c-46b8-9f7f-6314daa050fd" providerId="ADAL" clId="{AE2368C1-BF86-4A57-B5BA-BC8683D9222B}" dt="2026-02-04T18:50:29.202" v="811" actId="1076"/>
          <ac:spMkLst>
            <pc:docMk/>
            <pc:sldMk cId="2530642084" sldId="263"/>
            <ac:spMk id="57" creationId="{EABBB7A0-441D-446E-9D7E-AF6E4895023B}"/>
          </ac:spMkLst>
        </pc:spChg>
        <pc:spChg chg="add mod">
          <ac:chgData name="Mark Trudgen" userId="df60b22a-be4c-46b8-9f7f-6314daa050fd" providerId="ADAL" clId="{AE2368C1-BF86-4A57-B5BA-BC8683D9222B}" dt="2026-02-04T18:54:51.869" v="877" actId="1076"/>
          <ac:spMkLst>
            <pc:docMk/>
            <pc:sldMk cId="2530642084" sldId="263"/>
            <ac:spMk id="58" creationId="{636A9A5E-4858-4C0A-9BFE-562BABAA7975}"/>
          </ac:spMkLst>
        </pc:spChg>
        <pc:spChg chg="add mod">
          <ac:chgData name="Mark Trudgen" userId="df60b22a-be4c-46b8-9f7f-6314daa050fd" providerId="ADAL" clId="{AE2368C1-BF86-4A57-B5BA-BC8683D9222B}" dt="2026-02-04T18:50:03.035" v="804" actId="14100"/>
          <ac:spMkLst>
            <pc:docMk/>
            <pc:sldMk cId="2530642084" sldId="263"/>
            <ac:spMk id="59" creationId="{B4ACEA6D-D8A2-43FA-A6ED-AB45C48319EE}"/>
          </ac:spMkLst>
        </pc:spChg>
        <pc:spChg chg="add del mod">
          <ac:chgData name="Mark Trudgen" userId="df60b22a-be4c-46b8-9f7f-6314daa050fd" providerId="ADAL" clId="{AE2368C1-BF86-4A57-B5BA-BC8683D9222B}" dt="2026-02-04T18:50:19.235" v="810" actId="478"/>
          <ac:spMkLst>
            <pc:docMk/>
            <pc:sldMk cId="2530642084" sldId="263"/>
            <ac:spMk id="60" creationId="{B7C1D56F-75EE-4C82-A0F6-26D7EC6BFDC9}"/>
          </ac:spMkLst>
        </pc:spChg>
        <pc:spChg chg="add mod">
          <ac:chgData name="Mark Trudgen" userId="df60b22a-be4c-46b8-9f7f-6314daa050fd" providerId="ADAL" clId="{AE2368C1-BF86-4A57-B5BA-BC8683D9222B}" dt="2026-02-04T18:50:38.403" v="815" actId="1076"/>
          <ac:spMkLst>
            <pc:docMk/>
            <pc:sldMk cId="2530642084" sldId="263"/>
            <ac:spMk id="61" creationId="{907A796C-C1CD-4B8F-B3C3-E4A7E5971E95}"/>
          </ac:spMkLst>
        </pc:spChg>
        <pc:spChg chg="add mod">
          <ac:chgData name="Mark Trudgen" userId="df60b22a-be4c-46b8-9f7f-6314daa050fd" providerId="ADAL" clId="{AE2368C1-BF86-4A57-B5BA-BC8683D9222B}" dt="2026-02-04T18:50:49.891" v="817"/>
          <ac:spMkLst>
            <pc:docMk/>
            <pc:sldMk cId="2530642084" sldId="263"/>
            <ac:spMk id="62" creationId="{773F11A2-4DCE-4BE4-A50F-3A608F2C1DBF}"/>
          </ac:spMkLst>
        </pc:spChg>
        <pc:spChg chg="add mod">
          <ac:chgData name="Mark Trudgen" userId="df60b22a-be4c-46b8-9f7f-6314daa050fd" providerId="ADAL" clId="{AE2368C1-BF86-4A57-B5BA-BC8683D9222B}" dt="2026-02-04T18:50:49.891" v="817"/>
          <ac:spMkLst>
            <pc:docMk/>
            <pc:sldMk cId="2530642084" sldId="263"/>
            <ac:spMk id="63" creationId="{4F945709-5A49-49DA-8D50-06828A5AF765}"/>
          </ac:spMkLst>
        </pc:spChg>
        <pc:spChg chg="add mod">
          <ac:chgData name="Mark Trudgen" userId="df60b22a-be4c-46b8-9f7f-6314daa050fd" providerId="ADAL" clId="{AE2368C1-BF86-4A57-B5BA-BC8683D9222B}" dt="2026-02-04T18:50:59.372" v="820" actId="6549"/>
          <ac:spMkLst>
            <pc:docMk/>
            <pc:sldMk cId="2530642084" sldId="263"/>
            <ac:spMk id="64" creationId="{603F9FD4-742F-4C4E-BBF8-5704C0AA8109}"/>
          </ac:spMkLst>
        </pc:spChg>
        <pc:spChg chg="add mod">
          <ac:chgData name="Mark Trudgen" userId="df60b22a-be4c-46b8-9f7f-6314daa050fd" providerId="ADAL" clId="{AE2368C1-BF86-4A57-B5BA-BC8683D9222B}" dt="2026-02-04T18:51:17.800" v="822" actId="1076"/>
          <ac:spMkLst>
            <pc:docMk/>
            <pc:sldMk cId="2530642084" sldId="263"/>
            <ac:spMk id="65" creationId="{A4F248DB-8A7A-4DB9-83B4-B8B42D8CD289}"/>
          </ac:spMkLst>
        </pc:spChg>
        <pc:spChg chg="add mod">
          <ac:chgData name="Mark Trudgen" userId="df60b22a-be4c-46b8-9f7f-6314daa050fd" providerId="ADAL" clId="{AE2368C1-BF86-4A57-B5BA-BC8683D9222B}" dt="2026-02-04T18:51:40.969" v="824" actId="1076"/>
          <ac:spMkLst>
            <pc:docMk/>
            <pc:sldMk cId="2530642084" sldId="263"/>
            <ac:spMk id="66" creationId="{345D20F5-63ED-4B0E-BDE5-300E32C7CFB9}"/>
          </ac:spMkLst>
        </pc:spChg>
        <pc:spChg chg="add mod">
          <ac:chgData name="Mark Trudgen" userId="df60b22a-be4c-46b8-9f7f-6314daa050fd" providerId="ADAL" clId="{AE2368C1-BF86-4A57-B5BA-BC8683D9222B}" dt="2026-02-04T18:51:44.580" v="826" actId="1076"/>
          <ac:spMkLst>
            <pc:docMk/>
            <pc:sldMk cId="2530642084" sldId="263"/>
            <ac:spMk id="67" creationId="{62353396-1815-4A3F-9C96-4F0EC6E14BAF}"/>
          </ac:spMkLst>
        </pc:spChg>
        <pc:spChg chg="add mod">
          <ac:chgData name="Mark Trudgen" userId="df60b22a-be4c-46b8-9f7f-6314daa050fd" providerId="ADAL" clId="{AE2368C1-BF86-4A57-B5BA-BC8683D9222B}" dt="2026-02-04T18:51:47.585" v="828" actId="1076"/>
          <ac:spMkLst>
            <pc:docMk/>
            <pc:sldMk cId="2530642084" sldId="263"/>
            <ac:spMk id="68" creationId="{F52C0213-C7A9-4C35-8D59-DF08A99C3CE5}"/>
          </ac:spMkLst>
        </pc:spChg>
        <pc:spChg chg="add mod">
          <ac:chgData name="Mark Trudgen" userId="df60b22a-be4c-46b8-9f7f-6314daa050fd" providerId="ADAL" clId="{AE2368C1-BF86-4A57-B5BA-BC8683D9222B}" dt="2026-02-04T18:53:47.913" v="847" actId="20577"/>
          <ac:spMkLst>
            <pc:docMk/>
            <pc:sldMk cId="2530642084" sldId="263"/>
            <ac:spMk id="69" creationId="{24D72582-9EFB-445D-9FDE-6ECF192BB001}"/>
          </ac:spMkLst>
        </pc:spChg>
        <pc:spChg chg="add mod">
          <ac:chgData name="Mark Trudgen" userId="df60b22a-be4c-46b8-9f7f-6314daa050fd" providerId="ADAL" clId="{AE2368C1-BF86-4A57-B5BA-BC8683D9222B}" dt="2026-02-04T18:53:53.289" v="849" actId="1076"/>
          <ac:spMkLst>
            <pc:docMk/>
            <pc:sldMk cId="2530642084" sldId="263"/>
            <ac:spMk id="70" creationId="{BE852F76-39F6-4041-A750-3FBF9B41AC56}"/>
          </ac:spMkLst>
        </pc:spChg>
        <pc:spChg chg="add mod">
          <ac:chgData name="Mark Trudgen" userId="df60b22a-be4c-46b8-9f7f-6314daa050fd" providerId="ADAL" clId="{AE2368C1-BF86-4A57-B5BA-BC8683D9222B}" dt="2026-02-04T18:53:57.954" v="852" actId="20577"/>
          <ac:spMkLst>
            <pc:docMk/>
            <pc:sldMk cId="2530642084" sldId="263"/>
            <ac:spMk id="71" creationId="{867FBC74-35A0-4F12-8532-74541E02F122}"/>
          </ac:spMkLst>
        </pc:spChg>
        <pc:spChg chg="add mod">
          <ac:chgData name="Mark Trudgen" userId="df60b22a-be4c-46b8-9f7f-6314daa050fd" providerId="ADAL" clId="{AE2368C1-BF86-4A57-B5BA-BC8683D9222B}" dt="2026-02-04T18:54:07.674" v="858" actId="20577"/>
          <ac:spMkLst>
            <pc:docMk/>
            <pc:sldMk cId="2530642084" sldId="263"/>
            <ac:spMk id="72" creationId="{2A37F181-4A98-4D34-B756-FEB8D7BEC881}"/>
          </ac:spMkLst>
        </pc:spChg>
        <pc:spChg chg="add mod">
          <ac:chgData name="Mark Trudgen" userId="df60b22a-be4c-46b8-9f7f-6314daa050fd" providerId="ADAL" clId="{AE2368C1-BF86-4A57-B5BA-BC8683D9222B}" dt="2026-02-04T18:54:44.941" v="876"/>
          <ac:spMkLst>
            <pc:docMk/>
            <pc:sldMk cId="2530642084" sldId="263"/>
            <ac:spMk id="73" creationId="{B1262289-74B6-43A4-B2D9-AB434E999671}"/>
          </ac:spMkLst>
        </pc:spChg>
        <pc:spChg chg="add mod">
          <ac:chgData name="Mark Trudgen" userId="df60b22a-be4c-46b8-9f7f-6314daa050fd" providerId="ADAL" clId="{AE2368C1-BF86-4A57-B5BA-BC8683D9222B}" dt="2026-02-04T18:56:22.464" v="881" actId="1076"/>
          <ac:spMkLst>
            <pc:docMk/>
            <pc:sldMk cId="2530642084" sldId="263"/>
            <ac:spMk id="74" creationId="{25DC6B38-DF02-4737-AC96-56D549E08546}"/>
          </ac:spMkLst>
        </pc:spChg>
        <pc:spChg chg="add mod">
          <ac:chgData name="Mark Trudgen" userId="df60b22a-be4c-46b8-9f7f-6314daa050fd" providerId="ADAL" clId="{AE2368C1-BF86-4A57-B5BA-BC8683D9222B}" dt="2026-02-04T18:56:28.112" v="885" actId="20577"/>
          <ac:spMkLst>
            <pc:docMk/>
            <pc:sldMk cId="2530642084" sldId="263"/>
            <ac:spMk id="75" creationId="{8DC3A689-1D45-4559-A3DA-4D11B89DE102}"/>
          </ac:spMkLst>
        </pc:spChg>
        <pc:spChg chg="add mod">
          <ac:chgData name="Mark Trudgen" userId="df60b22a-be4c-46b8-9f7f-6314daa050fd" providerId="ADAL" clId="{AE2368C1-BF86-4A57-B5BA-BC8683D9222B}" dt="2026-02-04T19:10:42.529" v="964" actId="20577"/>
          <ac:spMkLst>
            <pc:docMk/>
            <pc:sldMk cId="2530642084" sldId="263"/>
            <ac:spMk id="76" creationId="{1262E252-3980-420A-89F0-D4F2009330F8}"/>
          </ac:spMkLst>
        </pc:spChg>
        <pc:spChg chg="add mod">
          <ac:chgData name="Mark Trudgen" userId="df60b22a-be4c-46b8-9f7f-6314daa050fd" providerId="ADAL" clId="{AE2368C1-BF86-4A57-B5BA-BC8683D9222B}" dt="2026-02-04T19:10:46.660" v="968" actId="20577"/>
          <ac:spMkLst>
            <pc:docMk/>
            <pc:sldMk cId="2530642084" sldId="263"/>
            <ac:spMk id="77" creationId="{AD25D28D-4228-4D1B-ACC5-D68C92BA15FE}"/>
          </ac:spMkLst>
        </pc:spChg>
        <pc:spChg chg="add mod">
          <ac:chgData name="Mark Trudgen" userId="df60b22a-be4c-46b8-9f7f-6314daa050fd" providerId="ADAL" clId="{AE2368C1-BF86-4A57-B5BA-BC8683D9222B}" dt="2026-02-04T19:10:49.343" v="970" actId="20577"/>
          <ac:spMkLst>
            <pc:docMk/>
            <pc:sldMk cId="2530642084" sldId="263"/>
            <ac:spMk id="78" creationId="{AFA97322-54D0-45A4-A241-BCB220E912B7}"/>
          </ac:spMkLst>
        </pc:spChg>
        <pc:spChg chg="add del mod">
          <ac:chgData name="Mark Trudgen" userId="df60b22a-be4c-46b8-9f7f-6314daa050fd" providerId="ADAL" clId="{AE2368C1-BF86-4A57-B5BA-BC8683D9222B}" dt="2026-02-04T19:09:30.453" v="962" actId="478"/>
          <ac:spMkLst>
            <pc:docMk/>
            <pc:sldMk cId="2530642084" sldId="263"/>
            <ac:spMk id="79" creationId="{471F5D92-9A75-4D48-AE29-FB7B05928A28}"/>
          </ac:spMkLst>
        </pc:spChg>
        <pc:spChg chg="mod">
          <ac:chgData name="Mark Trudgen" userId="df60b22a-be4c-46b8-9f7f-6314daa050fd" providerId="ADAL" clId="{AE2368C1-BF86-4A57-B5BA-BC8683D9222B}" dt="2026-02-04T18:59:05.558" v="916"/>
          <ac:spMkLst>
            <pc:docMk/>
            <pc:sldMk cId="2530642084" sldId="263"/>
            <ac:spMk id="81" creationId="{C42E5167-23A3-4F12-BA79-98F6ECF97CA9}"/>
          </ac:spMkLst>
        </pc:spChg>
        <pc:spChg chg="mod">
          <ac:chgData name="Mark Trudgen" userId="df60b22a-be4c-46b8-9f7f-6314daa050fd" providerId="ADAL" clId="{AE2368C1-BF86-4A57-B5BA-BC8683D9222B}" dt="2026-02-04T18:59:05.558" v="916"/>
          <ac:spMkLst>
            <pc:docMk/>
            <pc:sldMk cId="2530642084" sldId="263"/>
            <ac:spMk id="82" creationId="{77046906-F708-4EA5-B949-32BDF598F663}"/>
          </ac:spMkLst>
        </pc:spChg>
        <pc:spChg chg="add del mod">
          <ac:chgData name="Mark Trudgen" userId="df60b22a-be4c-46b8-9f7f-6314daa050fd" providerId="ADAL" clId="{AE2368C1-BF86-4A57-B5BA-BC8683D9222B}" dt="2026-02-04T19:10:59.586" v="971" actId="478"/>
          <ac:spMkLst>
            <pc:docMk/>
            <pc:sldMk cId="2530642084" sldId="263"/>
            <ac:spMk id="83" creationId="{CB3A2A4F-EB55-448F-A4A3-E2C5DA4176ED}"/>
          </ac:spMkLst>
        </pc:spChg>
        <pc:spChg chg="add del mod">
          <ac:chgData name="Mark Trudgen" userId="df60b22a-be4c-46b8-9f7f-6314daa050fd" providerId="ADAL" clId="{AE2368C1-BF86-4A57-B5BA-BC8683D9222B}" dt="2026-02-04T19:04:17.703" v="958"/>
          <ac:spMkLst>
            <pc:docMk/>
            <pc:sldMk cId="2530642084" sldId="263"/>
            <ac:spMk id="84" creationId="{A316203E-C800-41E5-A3A5-BAE5B1D9346D}"/>
          </ac:spMkLst>
        </pc:spChg>
        <pc:spChg chg="add mod">
          <ac:chgData name="Mark Trudgen" userId="df60b22a-be4c-46b8-9f7f-6314daa050fd" providerId="ADAL" clId="{AE2368C1-BF86-4A57-B5BA-BC8683D9222B}" dt="2026-02-04T19:14:35.493" v="976" actId="1076"/>
          <ac:spMkLst>
            <pc:docMk/>
            <pc:sldMk cId="2530642084" sldId="263"/>
            <ac:spMk id="85" creationId="{0BD6D1D9-811A-4397-B1BD-F0EB2145DB2E}"/>
          </ac:spMkLst>
        </pc:spChg>
        <pc:spChg chg="add mod">
          <ac:chgData name="Mark Trudgen" userId="df60b22a-be4c-46b8-9f7f-6314daa050fd" providerId="ADAL" clId="{AE2368C1-BF86-4A57-B5BA-BC8683D9222B}" dt="2026-02-04T19:14:41.853" v="978" actId="1076"/>
          <ac:spMkLst>
            <pc:docMk/>
            <pc:sldMk cId="2530642084" sldId="263"/>
            <ac:spMk id="86" creationId="{57C36869-50FC-45AA-BF53-752F61C7EEAE}"/>
          </ac:spMkLst>
        </pc:spChg>
        <pc:spChg chg="add del mod">
          <ac:chgData name="Mark Trudgen" userId="df60b22a-be4c-46b8-9f7f-6314daa050fd" providerId="ADAL" clId="{AE2368C1-BF86-4A57-B5BA-BC8683D9222B}" dt="2026-02-04T19:28:46.038" v="1290"/>
          <ac:spMkLst>
            <pc:docMk/>
            <pc:sldMk cId="2530642084" sldId="263"/>
            <ac:spMk id="87" creationId="{10C1907A-D34E-478E-9D2E-EC97720950AA}"/>
          </ac:spMkLst>
        </pc:spChg>
        <pc:grpChg chg="mod">
          <ac:chgData name="Mark Trudgen" userId="df60b22a-be4c-46b8-9f7f-6314daa050fd" providerId="ADAL" clId="{AE2368C1-BF86-4A57-B5BA-BC8683D9222B}" dt="2026-02-04T18:50:29.202" v="811" actId="1076"/>
          <ac:grpSpMkLst>
            <pc:docMk/>
            <pc:sldMk cId="2530642084" sldId="263"/>
            <ac:grpSpMk id="5" creationId="{8B1BE160-E67A-49F6-A7D0-F2101517F994}"/>
          </ac:grpSpMkLst>
        </pc:grpChg>
        <pc:grpChg chg="add mod">
          <ac:chgData name="Mark Trudgen" userId="df60b22a-be4c-46b8-9f7f-6314daa050fd" providerId="ADAL" clId="{AE2368C1-BF86-4A57-B5BA-BC8683D9222B}" dt="2026-02-04T18:46:38.695" v="738"/>
          <ac:grpSpMkLst>
            <pc:docMk/>
            <pc:sldMk cId="2530642084" sldId="263"/>
            <ac:grpSpMk id="41" creationId="{4D1A66FA-2816-4EF6-8D5B-04763BB56035}"/>
          </ac:grpSpMkLst>
        </pc:grpChg>
        <pc:grpChg chg="add mod">
          <ac:chgData name="Mark Trudgen" userId="df60b22a-be4c-46b8-9f7f-6314daa050fd" providerId="ADAL" clId="{AE2368C1-BF86-4A57-B5BA-BC8683D9222B}" dt="2026-02-04T18:46:38.695" v="738"/>
          <ac:grpSpMkLst>
            <pc:docMk/>
            <pc:sldMk cId="2530642084" sldId="263"/>
            <ac:grpSpMk id="46" creationId="{A1545820-AF2B-4BD9-81C9-5E978961AB0E}"/>
          </ac:grpSpMkLst>
        </pc:grpChg>
        <pc:grpChg chg="add del mod">
          <ac:chgData name="Mark Trudgen" userId="df60b22a-be4c-46b8-9f7f-6314daa050fd" providerId="ADAL" clId="{AE2368C1-BF86-4A57-B5BA-BC8683D9222B}" dt="2026-02-04T19:09:28.531" v="961" actId="478"/>
          <ac:grpSpMkLst>
            <pc:docMk/>
            <pc:sldMk cId="2530642084" sldId="263"/>
            <ac:grpSpMk id="80" creationId="{62600A0D-975C-4C28-BA16-507A8A4B9A03}"/>
          </ac:grpSpMkLst>
        </pc:grpChg>
        <pc:cxnChg chg="del">
          <ac:chgData name="Mark Trudgen" userId="df60b22a-be4c-46b8-9f7f-6314daa050fd" providerId="ADAL" clId="{AE2368C1-BF86-4A57-B5BA-BC8683D9222B}" dt="2026-02-04T18:46:19.769" v="736" actId="478"/>
          <ac:cxnSpMkLst>
            <pc:docMk/>
            <pc:sldMk cId="2530642084" sldId="263"/>
            <ac:cxnSpMk id="27" creationId="{666FECCB-ED36-4244-A2A3-5CF319E7C54F}"/>
          </ac:cxnSpMkLst>
        </pc:cxnChg>
        <pc:cxnChg chg="del">
          <ac:chgData name="Mark Trudgen" userId="df60b22a-be4c-46b8-9f7f-6314daa050fd" providerId="ADAL" clId="{AE2368C1-BF86-4A57-B5BA-BC8683D9222B}" dt="2026-02-04T18:46:19.186" v="735" actId="478"/>
          <ac:cxnSpMkLst>
            <pc:docMk/>
            <pc:sldMk cId="2530642084" sldId="263"/>
            <ac:cxnSpMk id="29" creationId="{9EEB6A44-8F56-4DA1-8D1E-F5FFEF9C328E}"/>
          </ac:cxnSpMkLst>
        </pc:cxnChg>
        <pc:cxnChg chg="del">
          <ac:chgData name="Mark Trudgen" userId="df60b22a-be4c-46b8-9f7f-6314daa050fd" providerId="ADAL" clId="{AE2368C1-BF86-4A57-B5BA-BC8683D9222B}" dt="2026-02-04T18:46:18.652" v="734" actId="478"/>
          <ac:cxnSpMkLst>
            <pc:docMk/>
            <pc:sldMk cId="2530642084" sldId="263"/>
            <ac:cxnSpMk id="34" creationId="{8A175888-6250-4311-826E-CAD801CFB8B1}"/>
          </ac:cxnSpMkLst>
        </pc:cxnChg>
      </pc:sldChg>
      <pc:sldChg chg="addSp delSp modSp mod">
        <pc:chgData name="Mark Trudgen" userId="df60b22a-be4c-46b8-9f7f-6314daa050fd" providerId="ADAL" clId="{AE2368C1-BF86-4A57-B5BA-BC8683D9222B}" dt="2026-02-10T13:17:53.139" v="1365" actId="208"/>
        <pc:sldMkLst>
          <pc:docMk/>
          <pc:sldMk cId="2365068636" sldId="264"/>
        </pc:sldMkLst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4" creationId="{D1868442-B562-4FCA-A85F-8CF8A2D94B8A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" creationId="{7324A249-6D48-475A-9CFC-463E8207BABE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" creationId="{0FD7CA51-1E1C-437A-8482-0309ECD1CE24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8" creationId="{20F7EAFA-CFF4-46BF-ABF1-DA850C7663F9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9" creationId="{E268A031-D6A8-4E44-BECE-F9F98C9E72A5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10" creationId="{EBB1AE55-6751-4323-A6BA-B06487223FBF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11" creationId="{CD32EEE1-10F9-4DE1-8DDD-B0B3D5C42DF2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12" creationId="{C8259D93-3877-4FDD-88C7-34254C3081FD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13" creationId="{077F946A-1818-4358-B710-513543FB59D7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14" creationId="{A30C3C05-5843-4457-9C5F-0A4306692C8E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15" creationId="{A86B6D17-25E4-47FB-8EC9-12D0607D2A66}"/>
          </ac:spMkLst>
        </pc:spChg>
        <pc:spChg chg="mod">
          <ac:chgData name="Mark Trudgen" userId="df60b22a-be4c-46b8-9f7f-6314daa050fd" providerId="ADAL" clId="{AE2368C1-BF86-4A57-B5BA-BC8683D9222B}" dt="2026-02-04T19:34:42.441" v="1351" actId="1076"/>
          <ac:spMkLst>
            <pc:docMk/>
            <pc:sldMk cId="2365068636" sldId="264"/>
            <ac:spMk id="16" creationId="{45393433-0455-4302-AFD5-03C427EAC0BD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17" creationId="{19993655-7FD8-425E-9C40-F1B69646B27B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18" creationId="{6C1B1DD4-F8BC-453B-B324-D0CF866045BD}"/>
          </ac:spMkLst>
        </pc:spChg>
        <pc:spChg chg="del mod">
          <ac:chgData name="Mark Trudgen" userId="df60b22a-be4c-46b8-9f7f-6314daa050fd" providerId="ADAL" clId="{AE2368C1-BF86-4A57-B5BA-BC8683D9222B}" dt="2026-02-04T19:24:41.400" v="1114" actId="478"/>
          <ac:spMkLst>
            <pc:docMk/>
            <pc:sldMk cId="2365068636" sldId="264"/>
            <ac:spMk id="19" creationId="{943FCCA2-34F6-4B7E-A4F6-BB2A01FA215D}"/>
          </ac:spMkLst>
        </pc:spChg>
        <pc:spChg chg="mod">
          <ac:chgData name="Mark Trudgen" userId="df60b22a-be4c-46b8-9f7f-6314daa050fd" providerId="ADAL" clId="{AE2368C1-BF86-4A57-B5BA-BC8683D9222B}" dt="2026-02-04T19:34:53.628" v="1353" actId="1076"/>
          <ac:spMkLst>
            <pc:docMk/>
            <pc:sldMk cId="2365068636" sldId="264"/>
            <ac:spMk id="21" creationId="{13FDC221-2B94-436E-BD12-3457C140287C}"/>
          </ac:spMkLst>
        </pc:spChg>
        <pc:spChg chg="mod">
          <ac:chgData name="Mark Trudgen" userId="df60b22a-be4c-46b8-9f7f-6314daa050fd" providerId="ADAL" clId="{AE2368C1-BF86-4A57-B5BA-BC8683D9222B}" dt="2026-02-04T19:34:53.628" v="1353" actId="1076"/>
          <ac:spMkLst>
            <pc:docMk/>
            <pc:sldMk cId="2365068636" sldId="264"/>
            <ac:spMk id="22" creationId="{3D0952E3-4F5A-4F81-8B4E-D0F11957FF76}"/>
          </ac:spMkLst>
        </pc:spChg>
        <pc:spChg chg="mod">
          <ac:chgData name="Mark Trudgen" userId="df60b22a-be4c-46b8-9f7f-6314daa050fd" providerId="ADAL" clId="{AE2368C1-BF86-4A57-B5BA-BC8683D9222B}" dt="2026-02-04T19:34:53.628" v="1353" actId="1076"/>
          <ac:spMkLst>
            <pc:docMk/>
            <pc:sldMk cId="2365068636" sldId="264"/>
            <ac:spMk id="23" creationId="{0A15FD3F-8E3A-4427-B0BD-1275AEF33E03}"/>
          </ac:spMkLst>
        </pc:spChg>
        <pc:spChg chg="mod">
          <ac:chgData name="Mark Trudgen" userId="df60b22a-be4c-46b8-9f7f-6314daa050fd" providerId="ADAL" clId="{AE2368C1-BF86-4A57-B5BA-BC8683D9222B}" dt="2026-02-04T19:34:53.628" v="1353" actId="1076"/>
          <ac:spMkLst>
            <pc:docMk/>
            <pc:sldMk cId="2365068636" sldId="264"/>
            <ac:spMk id="24" creationId="{6BF85940-FC4A-4730-9185-D7C558DEDD6D}"/>
          </ac:spMkLst>
        </pc:spChg>
        <pc:spChg chg="mod">
          <ac:chgData name="Mark Trudgen" userId="df60b22a-be4c-46b8-9f7f-6314daa050fd" providerId="ADAL" clId="{AE2368C1-BF86-4A57-B5BA-BC8683D9222B}" dt="2026-02-04T19:34:53.628" v="1353" actId="1076"/>
          <ac:spMkLst>
            <pc:docMk/>
            <pc:sldMk cId="2365068636" sldId="264"/>
            <ac:spMk id="25" creationId="{2A00E2F7-FE7C-43D8-B84F-BC1CB610C447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26" creationId="{D9A3EE9A-D4A3-4A37-8AA4-4CF2E20A10F4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27" creationId="{9CFB3F3C-B760-4DCC-990E-964511EBD07A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28" creationId="{2B9D9C88-1B1F-489C-84EE-ACEA4CF88BF8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30" creationId="{75A43D54-85E8-4B22-87A7-6EA2C3446E79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31" creationId="{E407B0C0-DC1F-4870-9F37-11586D5293F4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32" creationId="{CFC28162-B80E-4B21-BE20-3BE196C563D7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33" creationId="{04D715BD-0BB0-4420-A80A-8A21320A3CC7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34" creationId="{94E38287-41D2-4477-88D4-7F2B868A1A15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35" creationId="{261AC037-2700-4857-AAAF-AB3D5F953F1C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36" creationId="{94001577-BD60-4A4A-8D4C-2E62E94ED5E4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37" creationId="{7D55FA8D-DE05-4401-9556-0560B9264EFC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38" creationId="{CEDC2A32-16AC-48DA-8929-2BD082A7D67B}"/>
          </ac:spMkLst>
        </pc:spChg>
        <pc:spChg chg="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39" creationId="{72218197-724B-420E-9393-06B64D504B50}"/>
          </ac:spMkLst>
        </pc:spChg>
        <pc:spChg chg="del mod">
          <ac:chgData name="Mark Trudgen" userId="df60b22a-be4c-46b8-9f7f-6314daa050fd" providerId="ADAL" clId="{AE2368C1-BF86-4A57-B5BA-BC8683D9222B}" dt="2026-02-04T19:21:53.170" v="1013" actId="478"/>
          <ac:spMkLst>
            <pc:docMk/>
            <pc:sldMk cId="2365068636" sldId="264"/>
            <ac:spMk id="41" creationId="{F9B16DB5-259A-40C7-BD90-441575421F9B}"/>
          </ac:spMkLst>
        </pc:spChg>
        <pc:spChg chg="add mod ord">
          <ac:chgData name="Mark Trudgen" userId="df60b22a-be4c-46b8-9f7f-6314daa050fd" providerId="ADAL" clId="{AE2368C1-BF86-4A57-B5BA-BC8683D9222B}" dt="2026-02-10T13:17:53.139" v="1365" actId="208"/>
          <ac:spMkLst>
            <pc:docMk/>
            <pc:sldMk cId="2365068636" sldId="264"/>
            <ac:spMk id="45" creationId="{97E77E9B-A1E9-4FFA-AC06-32FF775AE3A8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46" creationId="{AB7CBE96-3CB0-4B61-BA15-4DB64E7C5235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48" creationId="{80C1AFA7-644E-4388-9225-D95B703B4C98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0" creationId="{540CF337-864A-46B8-812E-A1AC5934FCD8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1" creationId="{6C5CB713-BA26-4D10-AB50-F36EB43A6AD1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2" creationId="{831D8109-CB80-454C-BCC3-2AA3444B8E46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3" creationId="{9E3668F8-B5BB-4952-B4A8-D77BD90FC38D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5" creationId="{90C39224-BD3B-48E9-8BF9-497FB7BF70D7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6" creationId="{CEB9566D-DC8E-47A9-9841-2BC9ACDBBC17}"/>
          </ac:spMkLst>
        </pc:spChg>
        <pc:spChg chg="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7" creationId="{5169AA80-7802-4B74-8C6B-89C5F11CC402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8" creationId="{8E7266C1-8495-42D0-96B9-44E638D89B10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59" creationId="{140F9B0D-6223-4AC7-BB7E-2CCF08F34B87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0" creationId="{A4DE6F85-CC7D-44D0-91AE-C4C5C17CE71B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1" creationId="{BD6A7D00-6C40-4108-B8B1-0D4AE388B916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2" creationId="{54FCCB99-3110-4759-8715-B44B0F618EDA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3" creationId="{421DF6F6-757D-4181-A31E-3D557D318F18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4" creationId="{66630CC2-9988-4088-9927-18F3EAC9A8D1}"/>
          </ac:spMkLst>
        </pc:spChg>
        <pc:spChg chg="add 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65" creationId="{B1C16E51-BC8B-44F7-960B-2993FB320414}"/>
          </ac:spMkLst>
        </pc:spChg>
        <pc:spChg chg="add del mod">
          <ac:chgData name="Mark Trudgen" userId="df60b22a-be4c-46b8-9f7f-6314daa050fd" providerId="ADAL" clId="{AE2368C1-BF86-4A57-B5BA-BC8683D9222B}" dt="2026-02-04T19:30:04.928" v="1310" actId="478"/>
          <ac:spMkLst>
            <pc:docMk/>
            <pc:sldMk cId="2365068636" sldId="264"/>
            <ac:spMk id="66" creationId="{19B8A9BD-6FB3-45E1-A4B8-FBF92D3F6A92}"/>
          </ac:spMkLst>
        </pc:spChg>
        <pc:spChg chg="add mod">
          <ac:chgData name="Mark Trudgen" userId="df60b22a-be4c-46b8-9f7f-6314daa050fd" providerId="ADAL" clId="{AE2368C1-BF86-4A57-B5BA-BC8683D9222B}" dt="2026-02-04T19:22:22.707" v="1020" actId="571"/>
          <ac:spMkLst>
            <pc:docMk/>
            <pc:sldMk cId="2365068636" sldId="264"/>
            <ac:spMk id="67" creationId="{12DBB649-7D5F-4D93-AC2F-14AEB8910C71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68" creationId="{04F9D454-38A8-4EC8-B998-E4875D78FA63}"/>
          </ac:spMkLst>
        </pc:spChg>
        <pc:spChg chg="add mod">
          <ac:chgData name="Mark Trudgen" userId="df60b22a-be4c-46b8-9f7f-6314daa050fd" providerId="ADAL" clId="{AE2368C1-BF86-4A57-B5BA-BC8683D9222B}" dt="2026-02-04T19:34:31.774" v="1348" actId="14100"/>
          <ac:spMkLst>
            <pc:docMk/>
            <pc:sldMk cId="2365068636" sldId="264"/>
            <ac:spMk id="69" creationId="{35124DDF-E60D-4882-9264-9BF569FC9F5D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0" creationId="{DBE8F321-4338-4C39-A6F2-41571ED5B79A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1" creationId="{01E0A843-5832-4B75-8FD1-4F41ABFAA489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2" creationId="{3FAC272D-77FA-41B9-A9D5-B7F8B4C2B635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3" creationId="{FF228CBF-81CD-46A8-A6D1-CB0359BDB40F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4" creationId="{FCC61BD8-A2A7-434B-9B1A-53A5392147A7}"/>
          </ac:spMkLst>
        </pc:spChg>
        <pc:spChg chg="add del mod">
          <ac:chgData name="Mark Trudgen" userId="df60b22a-be4c-46b8-9f7f-6314daa050fd" providerId="ADAL" clId="{AE2368C1-BF86-4A57-B5BA-BC8683D9222B}" dt="2026-02-04T19:35:00.059" v="1355" actId="478"/>
          <ac:spMkLst>
            <pc:docMk/>
            <pc:sldMk cId="2365068636" sldId="264"/>
            <ac:spMk id="75" creationId="{939CDA60-5A50-4A0C-A6BB-0E811B184877}"/>
          </ac:spMkLst>
        </pc:spChg>
        <pc:spChg chg="add del mod">
          <ac:chgData name="Mark Trudgen" userId="df60b22a-be4c-46b8-9f7f-6314daa050fd" providerId="ADAL" clId="{AE2368C1-BF86-4A57-B5BA-BC8683D9222B}" dt="2026-02-04T19:35:18.070" v="1360" actId="478"/>
          <ac:spMkLst>
            <pc:docMk/>
            <pc:sldMk cId="2365068636" sldId="264"/>
            <ac:spMk id="76" creationId="{FA1D54DF-E558-4791-B2A8-67762CFC715C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7" creationId="{33581329-5450-46FF-B0BC-94BA8C361A53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78" creationId="{7875516E-88CE-410A-B56A-7BA30207BA6E}"/>
          </ac:spMkLst>
        </pc:spChg>
        <pc:spChg chg="add mod">
          <ac:chgData name="Mark Trudgen" userId="df60b22a-be4c-46b8-9f7f-6314daa050fd" providerId="ADAL" clId="{AE2368C1-BF86-4A57-B5BA-BC8683D9222B}" dt="2026-02-04T19:35:22.961" v="1362" actId="20577"/>
          <ac:spMkLst>
            <pc:docMk/>
            <pc:sldMk cId="2365068636" sldId="264"/>
            <ac:spMk id="79" creationId="{54935D17-F522-452F-8810-B7542652C08B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80" creationId="{E90C151D-702E-4205-B31F-D4D59CEED8FB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81" creationId="{EDAA9108-B5A6-4CF5-B396-332F4CCDCDB6}"/>
          </ac:spMkLst>
        </pc:spChg>
        <pc:spChg chg="add mod">
          <ac:chgData name="Mark Trudgen" userId="df60b22a-be4c-46b8-9f7f-6314daa050fd" providerId="ADAL" clId="{AE2368C1-BF86-4A57-B5BA-BC8683D9222B}" dt="2026-02-04T19:30:08.675" v="1311" actId="1076"/>
          <ac:spMkLst>
            <pc:docMk/>
            <pc:sldMk cId="2365068636" sldId="264"/>
            <ac:spMk id="82" creationId="{0B65B4CF-FDDD-4296-9CF4-AD1315A2A525}"/>
          </ac:spMkLst>
        </pc:spChg>
        <pc:spChg chg="add mod">
          <ac:chgData name="Mark Trudgen" userId="df60b22a-be4c-46b8-9f7f-6314daa050fd" providerId="ADAL" clId="{AE2368C1-BF86-4A57-B5BA-BC8683D9222B}" dt="2026-02-04T19:34:56.803" v="1354" actId="1076"/>
          <ac:spMkLst>
            <pc:docMk/>
            <pc:sldMk cId="2365068636" sldId="264"/>
            <ac:spMk id="83" creationId="{C2293E90-82DE-4FC2-85DC-8E93CC0C08C6}"/>
          </ac:spMkLst>
        </pc:spChg>
        <pc:spChg chg="add mod">
          <ac:chgData name="Mark Trudgen" userId="df60b22a-be4c-46b8-9f7f-6314daa050fd" providerId="ADAL" clId="{AE2368C1-BF86-4A57-B5BA-BC8683D9222B}" dt="2026-02-04T19:30:16.611" v="1313" actId="1076"/>
          <ac:spMkLst>
            <pc:docMk/>
            <pc:sldMk cId="2365068636" sldId="264"/>
            <ac:spMk id="84" creationId="{E1B2501F-ED77-4BA2-999E-34958A49C33F}"/>
          </ac:spMkLst>
        </pc:spChg>
        <pc:spChg chg="add mod">
          <ac:chgData name="Mark Trudgen" userId="df60b22a-be4c-46b8-9f7f-6314daa050fd" providerId="ADAL" clId="{AE2368C1-BF86-4A57-B5BA-BC8683D9222B}" dt="2026-02-04T19:30:16.611" v="1313" actId="1076"/>
          <ac:spMkLst>
            <pc:docMk/>
            <pc:sldMk cId="2365068636" sldId="264"/>
            <ac:spMk id="85" creationId="{D72B3910-6C37-4A0B-8A40-BFE1EE7D0959}"/>
          </ac:spMkLst>
        </pc:spChg>
        <pc:spChg chg="add mod">
          <ac:chgData name="Mark Trudgen" userId="df60b22a-be4c-46b8-9f7f-6314daa050fd" providerId="ADAL" clId="{AE2368C1-BF86-4A57-B5BA-BC8683D9222B}" dt="2026-02-04T19:30:16.611" v="1313" actId="1076"/>
          <ac:spMkLst>
            <pc:docMk/>
            <pc:sldMk cId="2365068636" sldId="264"/>
            <ac:spMk id="86" creationId="{1E5F64FE-CD94-4EEA-83D1-649A5386D06B}"/>
          </ac:spMkLst>
        </pc:spChg>
        <pc:spChg chg="add mod">
          <ac:chgData name="Mark Trudgen" userId="df60b22a-be4c-46b8-9f7f-6314daa050fd" providerId="ADAL" clId="{AE2368C1-BF86-4A57-B5BA-BC8683D9222B}" dt="2026-02-04T19:30:16.611" v="1313" actId="1076"/>
          <ac:spMkLst>
            <pc:docMk/>
            <pc:sldMk cId="2365068636" sldId="264"/>
            <ac:spMk id="87" creationId="{FA9C80F5-6F20-455D-AD73-1B33B0BA3470}"/>
          </ac:spMkLst>
        </pc:spChg>
        <pc:spChg chg="add mod">
          <ac:chgData name="Mark Trudgen" userId="df60b22a-be4c-46b8-9f7f-6314daa050fd" providerId="ADAL" clId="{AE2368C1-BF86-4A57-B5BA-BC8683D9222B}" dt="2026-02-04T19:30:16.611" v="1313" actId="1076"/>
          <ac:spMkLst>
            <pc:docMk/>
            <pc:sldMk cId="2365068636" sldId="264"/>
            <ac:spMk id="88" creationId="{5978823E-34DF-4C67-A0A7-7BC4CE49532C}"/>
          </ac:spMkLst>
        </pc:spChg>
        <pc:spChg chg="add mod">
          <ac:chgData name="Mark Trudgen" userId="df60b22a-be4c-46b8-9f7f-6314daa050fd" providerId="ADAL" clId="{AE2368C1-BF86-4A57-B5BA-BC8683D9222B}" dt="2026-02-04T19:30:16.611" v="1313" actId="1076"/>
          <ac:spMkLst>
            <pc:docMk/>
            <pc:sldMk cId="2365068636" sldId="264"/>
            <ac:spMk id="89" creationId="{6BEB5EDA-732B-4C6B-9467-8434A01C4780}"/>
          </ac:spMkLst>
        </pc:spChg>
        <pc:spChg chg="add mod">
          <ac:chgData name="Mark Trudgen" userId="df60b22a-be4c-46b8-9f7f-6314daa050fd" providerId="ADAL" clId="{AE2368C1-BF86-4A57-B5BA-BC8683D9222B}" dt="2026-02-04T19:30:45.109" v="1315" actId="1076"/>
          <ac:spMkLst>
            <pc:docMk/>
            <pc:sldMk cId="2365068636" sldId="264"/>
            <ac:spMk id="90" creationId="{BC4B780F-E27A-49AF-9BEA-ADA1957E7ADB}"/>
          </ac:spMkLst>
        </pc:spChg>
        <pc:spChg chg="add mod">
          <ac:chgData name="Mark Trudgen" userId="df60b22a-be4c-46b8-9f7f-6314daa050fd" providerId="ADAL" clId="{AE2368C1-BF86-4A57-B5BA-BC8683D9222B}" dt="2026-02-04T19:30:50.658" v="1319" actId="20577"/>
          <ac:spMkLst>
            <pc:docMk/>
            <pc:sldMk cId="2365068636" sldId="264"/>
            <ac:spMk id="91" creationId="{9D8BB061-1D58-4AF6-816C-57E4B1B03287}"/>
          </ac:spMkLst>
        </pc:spChg>
        <pc:spChg chg="add mod">
          <ac:chgData name="Mark Trudgen" userId="df60b22a-be4c-46b8-9f7f-6314daa050fd" providerId="ADAL" clId="{AE2368C1-BF86-4A57-B5BA-BC8683D9222B}" dt="2026-02-04T19:31:04.270" v="1323" actId="1076"/>
          <ac:spMkLst>
            <pc:docMk/>
            <pc:sldMk cId="2365068636" sldId="264"/>
            <ac:spMk id="92" creationId="{C6ECAB8C-7BB6-4291-8437-7B547E281D1D}"/>
          </ac:spMkLst>
        </pc:spChg>
        <pc:spChg chg="add del mod">
          <ac:chgData name="Mark Trudgen" userId="df60b22a-be4c-46b8-9f7f-6314daa050fd" providerId="ADAL" clId="{AE2368C1-BF86-4A57-B5BA-BC8683D9222B}" dt="2026-02-04T19:31:09.870" v="1325"/>
          <ac:spMkLst>
            <pc:docMk/>
            <pc:sldMk cId="2365068636" sldId="264"/>
            <ac:spMk id="93" creationId="{2A859359-3D59-4324-9184-0A62035C0659}"/>
          </ac:spMkLst>
        </pc:spChg>
        <pc:spChg chg="add del mod">
          <ac:chgData name="Mark Trudgen" userId="df60b22a-be4c-46b8-9f7f-6314daa050fd" providerId="ADAL" clId="{AE2368C1-BF86-4A57-B5BA-BC8683D9222B}" dt="2026-02-04T19:31:15.586" v="1327"/>
          <ac:spMkLst>
            <pc:docMk/>
            <pc:sldMk cId="2365068636" sldId="264"/>
            <ac:spMk id="94" creationId="{D56F4F0F-7623-4962-8DAE-1AB699B840C3}"/>
          </ac:spMkLst>
        </pc:spChg>
        <pc:spChg chg="add del mod">
          <ac:chgData name="Mark Trudgen" userId="df60b22a-be4c-46b8-9f7f-6314daa050fd" providerId="ADAL" clId="{AE2368C1-BF86-4A57-B5BA-BC8683D9222B}" dt="2026-02-04T19:31:27.542" v="1329"/>
          <ac:spMkLst>
            <pc:docMk/>
            <pc:sldMk cId="2365068636" sldId="264"/>
            <ac:spMk id="95" creationId="{F93A1E5A-96FA-4A18-B9F3-3AAEDC5545D9}"/>
          </ac:spMkLst>
        </pc:spChg>
        <pc:spChg chg="add mod">
          <ac:chgData name="Mark Trudgen" userId="df60b22a-be4c-46b8-9f7f-6314daa050fd" providerId="ADAL" clId="{AE2368C1-BF86-4A57-B5BA-BC8683D9222B}" dt="2026-02-04T19:31:44.903" v="1333" actId="207"/>
          <ac:spMkLst>
            <pc:docMk/>
            <pc:sldMk cId="2365068636" sldId="264"/>
            <ac:spMk id="96" creationId="{B61C0CD1-B467-4E13-8005-D42F737D19A7}"/>
          </ac:spMkLst>
        </pc:spChg>
        <pc:spChg chg="add mod">
          <ac:chgData name="Mark Trudgen" userId="df60b22a-be4c-46b8-9f7f-6314daa050fd" providerId="ADAL" clId="{AE2368C1-BF86-4A57-B5BA-BC8683D9222B}" dt="2026-02-04T19:31:52.456" v="1337" actId="20577"/>
          <ac:spMkLst>
            <pc:docMk/>
            <pc:sldMk cId="2365068636" sldId="264"/>
            <ac:spMk id="97" creationId="{495B9A0A-CBAC-4483-9513-048F79943137}"/>
          </ac:spMkLst>
        </pc:spChg>
        <pc:spChg chg="add mod">
          <ac:chgData name="Mark Trudgen" userId="df60b22a-be4c-46b8-9f7f-6314daa050fd" providerId="ADAL" clId="{AE2368C1-BF86-4A57-B5BA-BC8683D9222B}" dt="2026-02-04T19:32:01.170" v="1341" actId="20577"/>
          <ac:spMkLst>
            <pc:docMk/>
            <pc:sldMk cId="2365068636" sldId="264"/>
            <ac:spMk id="98" creationId="{82DDB98C-9EF8-48AF-A460-E72561DFCAE8}"/>
          </ac:spMkLst>
        </pc:spChg>
        <pc:spChg chg="add mod">
          <ac:chgData name="Mark Trudgen" userId="df60b22a-be4c-46b8-9f7f-6314daa050fd" providerId="ADAL" clId="{AE2368C1-BF86-4A57-B5BA-BC8683D9222B}" dt="2026-02-04T19:32:10.866" v="1346" actId="1076"/>
          <ac:spMkLst>
            <pc:docMk/>
            <pc:sldMk cId="2365068636" sldId="264"/>
            <ac:spMk id="99" creationId="{1F6762B2-DD61-4A04-9DDD-5C45079B4D79}"/>
          </ac:spMkLst>
        </pc:spChg>
        <pc:spChg chg="add mod ord">
          <ac:chgData name="Mark Trudgen" userId="df60b22a-be4c-46b8-9f7f-6314daa050fd" providerId="ADAL" clId="{AE2368C1-BF86-4A57-B5BA-BC8683D9222B}" dt="2026-02-04T19:35:12.853" v="1359" actId="171"/>
          <ac:spMkLst>
            <pc:docMk/>
            <pc:sldMk cId="2365068636" sldId="264"/>
            <ac:spMk id="100" creationId="{037137EE-E9AC-4A0C-88A7-7D0CEDD835E2}"/>
          </ac:spMkLst>
        </pc:spChg>
        <pc:grpChg chg="mod">
          <ac:chgData name="Mark Trudgen" userId="df60b22a-be4c-46b8-9f7f-6314daa050fd" providerId="ADAL" clId="{AE2368C1-BF86-4A57-B5BA-BC8683D9222B}" dt="2026-02-04T19:30:08.675" v="1311" actId="1076"/>
          <ac:grpSpMkLst>
            <pc:docMk/>
            <pc:sldMk cId="2365068636" sldId="264"/>
            <ac:grpSpMk id="5" creationId="{018D3340-E578-4389-B3FD-B8CA6FC12874}"/>
          </ac:grpSpMkLst>
        </pc:grpChg>
        <pc:grpChg chg="mod">
          <ac:chgData name="Mark Trudgen" userId="df60b22a-be4c-46b8-9f7f-6314daa050fd" providerId="ADAL" clId="{AE2368C1-BF86-4A57-B5BA-BC8683D9222B}" dt="2026-02-04T19:34:53.628" v="1353" actId="1076"/>
          <ac:grpSpMkLst>
            <pc:docMk/>
            <pc:sldMk cId="2365068636" sldId="264"/>
            <ac:grpSpMk id="20" creationId="{DFB7FE5B-E295-4021-8D40-C4DFEC34C31F}"/>
          </ac:grpSpMkLst>
        </pc:grpChg>
        <pc:grpChg chg="mod">
          <ac:chgData name="Mark Trudgen" userId="df60b22a-be4c-46b8-9f7f-6314daa050fd" providerId="ADAL" clId="{AE2368C1-BF86-4A57-B5BA-BC8683D9222B}" dt="2026-02-04T19:30:08.675" v="1311" actId="1076"/>
          <ac:grpSpMkLst>
            <pc:docMk/>
            <pc:sldMk cId="2365068636" sldId="264"/>
            <ac:grpSpMk id="29" creationId="{7436BAD0-C194-4F0C-BECA-21E825BA67ED}"/>
          </ac:grpSpMkLst>
        </pc:grpChg>
        <pc:grpChg chg="add mod">
          <ac:chgData name="Mark Trudgen" userId="df60b22a-be4c-46b8-9f7f-6314daa050fd" providerId="ADAL" clId="{AE2368C1-BF86-4A57-B5BA-BC8683D9222B}" dt="2026-02-04T19:30:08.675" v="1311" actId="1076"/>
          <ac:grpSpMkLst>
            <pc:docMk/>
            <pc:sldMk cId="2365068636" sldId="264"/>
            <ac:grpSpMk id="49" creationId="{56195CAD-68A4-4D92-B2E3-F51073442C8B}"/>
          </ac:grpSpMkLst>
        </pc:grpChg>
        <pc:grpChg chg="add mod">
          <ac:chgData name="Mark Trudgen" userId="df60b22a-be4c-46b8-9f7f-6314daa050fd" providerId="ADAL" clId="{AE2368C1-BF86-4A57-B5BA-BC8683D9222B}" dt="2026-02-04T19:30:08.675" v="1311" actId="1076"/>
          <ac:grpSpMkLst>
            <pc:docMk/>
            <pc:sldMk cId="2365068636" sldId="264"/>
            <ac:grpSpMk id="54" creationId="{C16F09EB-2455-41A3-862D-F8E66DCC29FA}"/>
          </ac:grpSpMkLst>
        </pc:grpChg>
        <pc:cxnChg chg="add del mod">
          <ac:chgData name="Mark Trudgen" userId="df60b22a-be4c-46b8-9f7f-6314daa050fd" providerId="ADAL" clId="{AE2368C1-BF86-4A57-B5BA-BC8683D9222B}" dt="2026-02-04T19:21:50.337" v="1011" actId="478"/>
          <ac:cxnSpMkLst>
            <pc:docMk/>
            <pc:sldMk cId="2365068636" sldId="264"/>
            <ac:cxnSpMk id="40" creationId="{8B0A27CA-00CC-44FF-B26C-90EB0C4B84C1}"/>
          </ac:cxnSpMkLst>
        </pc:cxnChg>
        <pc:cxnChg chg="add del mod">
          <ac:chgData name="Mark Trudgen" userId="df60b22a-be4c-46b8-9f7f-6314daa050fd" providerId="ADAL" clId="{AE2368C1-BF86-4A57-B5BA-BC8683D9222B}" dt="2026-02-04T19:21:50.953" v="1012" actId="478"/>
          <ac:cxnSpMkLst>
            <pc:docMk/>
            <pc:sldMk cId="2365068636" sldId="264"/>
            <ac:cxnSpMk id="44" creationId="{7F457F69-6823-4E45-AC3C-0383B5E8A355}"/>
          </ac:cxnSpMkLst>
        </pc:cxnChg>
        <pc:cxnChg chg="add del mod">
          <ac:chgData name="Mark Trudgen" userId="df60b22a-be4c-46b8-9f7f-6314daa050fd" providerId="ADAL" clId="{AE2368C1-BF86-4A57-B5BA-BC8683D9222B}" dt="2026-02-04T19:21:49.154" v="1010" actId="478"/>
          <ac:cxnSpMkLst>
            <pc:docMk/>
            <pc:sldMk cId="2365068636" sldId="264"/>
            <ac:cxnSpMk id="47" creationId="{DF925B69-A161-43B8-871F-B8E9A294D712}"/>
          </ac:cxnSpMkLst>
        </pc:cxnChg>
      </pc:sldChg>
      <pc:sldChg chg="modSp">
        <pc:chgData name="Mark Trudgen" userId="df60b22a-be4c-46b8-9f7f-6314daa050fd" providerId="ADAL" clId="{AE2368C1-BF86-4A57-B5BA-BC8683D9222B}" dt="2026-02-17T21:00:26.172" v="1366" actId="1035"/>
        <pc:sldMkLst>
          <pc:docMk/>
          <pc:sldMk cId="556370048" sldId="265"/>
        </pc:sldMkLst>
        <pc:spChg chg="mod">
          <ac:chgData name="Mark Trudgen" userId="df60b22a-be4c-46b8-9f7f-6314daa050fd" providerId="ADAL" clId="{AE2368C1-BF86-4A57-B5BA-BC8683D9222B}" dt="2026-02-17T21:00:26.172" v="1366" actId="1035"/>
          <ac:spMkLst>
            <pc:docMk/>
            <pc:sldMk cId="556370048" sldId="265"/>
            <ac:spMk id="55" creationId="{E1E830A8-402E-4646-95E6-020B4E4BBE0E}"/>
          </ac:spMkLst>
        </pc:spChg>
        <pc:spChg chg="mod">
          <ac:chgData name="Mark Trudgen" userId="df60b22a-be4c-46b8-9f7f-6314daa050fd" providerId="ADAL" clId="{AE2368C1-BF86-4A57-B5BA-BC8683D9222B}" dt="2026-02-17T21:00:26.172" v="1366" actId="1035"/>
          <ac:spMkLst>
            <pc:docMk/>
            <pc:sldMk cId="556370048" sldId="265"/>
            <ac:spMk id="57" creationId="{2950BBF3-746B-4A05-8526-CE8FB421481F}"/>
          </ac:spMkLst>
        </pc:spChg>
        <pc:spChg chg="mod">
          <ac:chgData name="Mark Trudgen" userId="df60b22a-be4c-46b8-9f7f-6314daa050fd" providerId="ADAL" clId="{AE2368C1-BF86-4A57-B5BA-BC8683D9222B}" dt="2026-02-17T21:00:26.172" v="1366" actId="1035"/>
          <ac:spMkLst>
            <pc:docMk/>
            <pc:sldMk cId="556370048" sldId="265"/>
            <ac:spMk id="58" creationId="{F7DF5E4F-48D3-487D-8C8B-C240126D7DC3}"/>
          </ac:spMkLst>
        </pc:spChg>
        <pc:spChg chg="mod">
          <ac:chgData name="Mark Trudgen" userId="df60b22a-be4c-46b8-9f7f-6314daa050fd" providerId="ADAL" clId="{AE2368C1-BF86-4A57-B5BA-BC8683D9222B}" dt="2026-02-17T21:00:26.172" v="1366" actId="1035"/>
          <ac:spMkLst>
            <pc:docMk/>
            <pc:sldMk cId="556370048" sldId="265"/>
            <ac:spMk id="59" creationId="{F678A116-EBE3-4D3C-834D-97D75C5A3B5D}"/>
          </ac:spMkLst>
        </pc:spChg>
        <pc:spChg chg="mod">
          <ac:chgData name="Mark Trudgen" userId="df60b22a-be4c-46b8-9f7f-6314daa050fd" providerId="ADAL" clId="{AE2368C1-BF86-4A57-B5BA-BC8683D9222B}" dt="2026-02-17T21:00:26.172" v="1366" actId="1035"/>
          <ac:spMkLst>
            <pc:docMk/>
            <pc:sldMk cId="556370048" sldId="265"/>
            <ac:spMk id="60" creationId="{5B508F4D-A112-4C09-BCA3-BD162149945B}"/>
          </ac:spMkLst>
        </pc:spChg>
        <pc:grpChg chg="mod">
          <ac:chgData name="Mark Trudgen" userId="df60b22a-be4c-46b8-9f7f-6314daa050fd" providerId="ADAL" clId="{AE2368C1-BF86-4A57-B5BA-BC8683D9222B}" dt="2026-02-17T21:00:26.172" v="1366" actId="1035"/>
          <ac:grpSpMkLst>
            <pc:docMk/>
            <pc:sldMk cId="556370048" sldId="265"/>
            <ac:grpSpMk id="56" creationId="{EAA6E2B8-E226-42F5-873D-DF976AA44B08}"/>
          </ac:grpSpMkLst>
        </pc:grpChg>
      </pc:sldChg>
      <pc:sldChg chg="new del">
        <pc:chgData name="Mark Trudgen" userId="df60b22a-be4c-46b8-9f7f-6314daa050fd" providerId="ADAL" clId="{AE2368C1-BF86-4A57-B5BA-BC8683D9222B}" dt="2026-02-04T17:31:40.640" v="2" actId="47"/>
        <pc:sldMkLst>
          <pc:docMk/>
          <pc:sldMk cId="1465922767" sldId="272"/>
        </pc:sldMkLst>
      </pc:sldChg>
      <pc:sldChg chg="add">
        <pc:chgData name="Mark Trudgen" userId="df60b22a-be4c-46b8-9f7f-6314daa050fd" providerId="ADAL" clId="{AE2368C1-BF86-4A57-B5BA-BC8683D9222B}" dt="2026-02-04T17:31:39.317" v="1" actId="2890"/>
        <pc:sldMkLst>
          <pc:docMk/>
          <pc:sldMk cId="1430437178" sldId="273"/>
        </pc:sldMkLst>
      </pc:sldChg>
      <pc:sldChg chg="add del">
        <pc:chgData name="Mark Trudgen" userId="df60b22a-be4c-46b8-9f7f-6314daa050fd" providerId="ADAL" clId="{AE2368C1-BF86-4A57-B5BA-BC8683D9222B}" dt="2026-02-04T18:17:31.239" v="60"/>
        <pc:sldMkLst>
          <pc:docMk/>
          <pc:sldMk cId="669809267" sldId="274"/>
        </pc:sldMkLst>
      </pc:sldChg>
    </pc:docChg>
  </pc:docChgLst>
  <pc:docChgLst>
    <pc:chgData name="Mark Trudgen" userId="df60b22a-be4c-46b8-9f7f-6314daa050fd" providerId="ADAL" clId="{62456035-60B4-49E2-BE6D-85E319504C82}"/>
    <pc:docChg chg="undo custSel addSld delSld modSld">
      <pc:chgData name="Mark Trudgen" userId="df60b22a-be4c-46b8-9f7f-6314daa050fd" providerId="ADAL" clId="{62456035-60B4-49E2-BE6D-85E319504C82}" dt="2025-12-10T15:25:19.903" v="2196" actId="20577"/>
      <pc:docMkLst>
        <pc:docMk/>
      </pc:docMkLst>
      <pc:sldChg chg="addSp delSp modSp mod">
        <pc:chgData name="Mark Trudgen" userId="df60b22a-be4c-46b8-9f7f-6314daa050fd" providerId="ADAL" clId="{62456035-60B4-49E2-BE6D-85E319504C82}" dt="2025-12-10T14:46:32.762" v="553" actId="20577"/>
        <pc:sldMkLst>
          <pc:docMk/>
          <pc:sldMk cId="323949192" sldId="262"/>
        </pc:sldMkLst>
        <pc:spChg chg="mod">
          <ac:chgData name="Mark Trudgen" userId="df60b22a-be4c-46b8-9f7f-6314daa050fd" providerId="ADAL" clId="{62456035-60B4-49E2-BE6D-85E319504C82}" dt="2025-12-10T14:46:32.762" v="553" actId="20577"/>
          <ac:spMkLst>
            <pc:docMk/>
            <pc:sldMk cId="323949192" sldId="262"/>
            <ac:spMk id="3" creationId="{4F7DF508-D737-403D-8F91-281D6ACF50AF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4" creationId="{5AE9CB4F-9743-4075-B4F1-CB38D9866B15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6" creationId="{B045FBCE-FA1A-4186-A1DC-298752DC46F3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7" creationId="{D4DC2754-8987-4D37-95FB-EB759944526B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8" creationId="{EC2D1F73-850A-46A6-B5D8-8C177B38416D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9" creationId="{F3083DB2-261F-4025-A7C7-42C9AE3C349E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0" creationId="{B1D58E37-88BB-4188-9060-81CCC1337D9E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1" creationId="{9FC9C988-31D9-48E0-8763-3DC3AD922768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2" creationId="{53D67CA3-526C-496E-A0D8-7E57D1F3446B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3" creationId="{DE20CCFD-FBA4-4DBE-B572-B4ECCEFABCDB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5" creationId="{0296AD29-9858-43E6-BAF8-17BE4700171F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6" creationId="{06D394B6-501C-41F5-AF23-0598ACD85834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7" creationId="{252A7858-DA86-4BAB-8580-441F5E59F8FF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8" creationId="{F251B405-45ED-4159-A9CB-D9FF29EA7805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19" creationId="{E805CB22-7AEF-4F09-9E02-7413DFED8AAC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0" creationId="{CD7F3D70-5BE7-40B2-A1D8-19E2B9A2A1CB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1" creationId="{35BC939B-32DF-4300-983D-0BF5C7E2C96D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2" creationId="{5346D78D-2E54-4049-8E0E-2FA0B8E4A138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3" creationId="{EAACA07C-21FF-4392-A9D5-E973D089F865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4" creationId="{5CFE3291-AE24-43AA-BC56-8F9CA8748456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5" creationId="{3553DA6E-2CA6-46F2-9C00-88B681DA22D6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6" creationId="{E62BEEF7-F68D-414A-87B7-E501A64223D7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7" creationId="{F513E32C-C653-4C87-9D1A-717DAD396201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29" creationId="{93F2B5FD-FB6C-4021-9760-E829A4CBB115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30" creationId="{4964279A-5736-44AD-871E-FA278FD7CFE2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31" creationId="{F265203F-751F-498C-A1F9-B04526668E2F}"/>
          </ac:spMkLst>
        </pc:spChg>
        <pc:spChg chg="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32" creationId="{2B7C81BF-CF09-4549-9268-08D6B9030940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33" creationId="{257BCEB5-B5D1-4855-986F-0CB2E1DCA261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34" creationId="{25ED557C-15A0-4A07-90D1-FBBA3D2F2461}"/>
          </ac:spMkLst>
        </pc:spChg>
        <pc:spChg chg="add mod">
          <ac:chgData name="Mark Trudgen" userId="df60b22a-be4c-46b8-9f7f-6314daa050fd" providerId="ADAL" clId="{62456035-60B4-49E2-BE6D-85E319504C82}" dt="2025-12-10T14:40:50.355" v="335" actId="1076"/>
          <ac:spMkLst>
            <pc:docMk/>
            <pc:sldMk cId="323949192" sldId="262"/>
            <ac:spMk id="35" creationId="{69E3A0ED-DD06-4664-9F95-DE63F0F60F56}"/>
          </ac:spMkLst>
        </pc:spChg>
        <pc:spChg chg="add mod">
          <ac:chgData name="Mark Trudgen" userId="df60b22a-be4c-46b8-9f7f-6314daa050fd" providerId="ADAL" clId="{62456035-60B4-49E2-BE6D-85E319504C82}" dt="2025-12-10T14:41:18.716" v="357" actId="1076"/>
          <ac:spMkLst>
            <pc:docMk/>
            <pc:sldMk cId="323949192" sldId="262"/>
            <ac:spMk id="37" creationId="{E4AC26CF-5C5F-45D4-BEA9-9B1603CD2F22}"/>
          </ac:spMkLst>
        </pc:spChg>
        <pc:spChg chg="add del mod">
          <ac:chgData name="Mark Trudgen" userId="df60b22a-be4c-46b8-9f7f-6314daa050fd" providerId="ADAL" clId="{62456035-60B4-49E2-BE6D-85E319504C82}" dt="2025-12-10T14:41:02.222" v="342" actId="478"/>
          <ac:spMkLst>
            <pc:docMk/>
            <pc:sldMk cId="323949192" sldId="262"/>
            <ac:spMk id="41" creationId="{296544FE-CD19-4746-937F-8A353CA48BC6}"/>
          </ac:spMkLst>
        </pc:spChg>
        <pc:spChg chg="add mod">
          <ac:chgData name="Mark Trudgen" userId="df60b22a-be4c-46b8-9f7f-6314daa050fd" providerId="ADAL" clId="{62456035-60B4-49E2-BE6D-85E319504C82}" dt="2025-12-10T14:41:53.372" v="375" actId="1076"/>
          <ac:spMkLst>
            <pc:docMk/>
            <pc:sldMk cId="323949192" sldId="262"/>
            <ac:spMk id="53" creationId="{C6B118D5-F6B5-4DB8-81A3-DBC40270303A}"/>
          </ac:spMkLst>
        </pc:spChg>
        <pc:grpChg chg="add mod">
          <ac:chgData name="Mark Trudgen" userId="df60b22a-be4c-46b8-9f7f-6314daa050fd" providerId="ADAL" clId="{62456035-60B4-49E2-BE6D-85E319504C82}" dt="2025-12-10T14:40:50.355" v="335" actId="1076"/>
          <ac:grpSpMkLst>
            <pc:docMk/>
            <pc:sldMk cId="323949192" sldId="262"/>
            <ac:grpSpMk id="5" creationId="{232B954B-6897-4B7F-A3FE-8246F07FB2C7}"/>
          </ac:grpSpMkLst>
        </pc:grpChg>
        <pc:grpChg chg="add mod">
          <ac:chgData name="Mark Trudgen" userId="df60b22a-be4c-46b8-9f7f-6314daa050fd" providerId="ADAL" clId="{62456035-60B4-49E2-BE6D-85E319504C82}" dt="2025-12-10T14:40:50.355" v="335" actId="1076"/>
          <ac:grpSpMkLst>
            <pc:docMk/>
            <pc:sldMk cId="323949192" sldId="262"/>
            <ac:grpSpMk id="14" creationId="{79220C4B-A660-4EB7-9738-F9B1A2261F0F}"/>
          </ac:grpSpMkLst>
        </pc:grpChg>
        <pc:grpChg chg="add mod">
          <ac:chgData name="Mark Trudgen" userId="df60b22a-be4c-46b8-9f7f-6314daa050fd" providerId="ADAL" clId="{62456035-60B4-49E2-BE6D-85E319504C82}" dt="2025-12-10T14:40:50.355" v="335" actId="1076"/>
          <ac:grpSpMkLst>
            <pc:docMk/>
            <pc:sldMk cId="323949192" sldId="262"/>
            <ac:grpSpMk id="28" creationId="{0DF3547C-9691-4E87-A58C-EF483D7251F7}"/>
          </ac:grpSpMkLst>
        </pc:grpChg>
        <pc:cxnChg chg="add mod">
          <ac:chgData name="Mark Trudgen" userId="df60b22a-be4c-46b8-9f7f-6314daa050fd" providerId="ADAL" clId="{62456035-60B4-49E2-BE6D-85E319504C82}" dt="2025-12-10T14:41:22.815" v="359" actId="14100"/>
          <ac:cxnSpMkLst>
            <pc:docMk/>
            <pc:sldMk cId="323949192" sldId="262"/>
            <ac:cxnSpMk id="36" creationId="{070950F9-C05D-4A4C-9C1F-65018F0155A7}"/>
          </ac:cxnSpMkLst>
        </pc:cxnChg>
        <pc:cxnChg chg="add del mod">
          <ac:chgData name="Mark Trudgen" userId="df60b22a-be4c-46b8-9f7f-6314daa050fd" providerId="ADAL" clId="{62456035-60B4-49E2-BE6D-85E319504C82}" dt="2025-12-10T14:41:02.222" v="342" actId="478"/>
          <ac:cxnSpMkLst>
            <pc:docMk/>
            <pc:sldMk cId="323949192" sldId="262"/>
            <ac:cxnSpMk id="40" creationId="{13400B33-6AE5-46AE-9D33-EC43A65E6284}"/>
          </ac:cxnSpMkLst>
        </pc:cxnChg>
        <pc:cxnChg chg="add mod">
          <ac:chgData name="Mark Trudgen" userId="df60b22a-be4c-46b8-9f7f-6314daa050fd" providerId="ADAL" clId="{62456035-60B4-49E2-BE6D-85E319504C82}" dt="2025-12-10T14:41:20.239" v="358" actId="14100"/>
          <ac:cxnSpMkLst>
            <pc:docMk/>
            <pc:sldMk cId="323949192" sldId="262"/>
            <ac:cxnSpMk id="42" creationId="{6BC45E24-DAC3-48E5-8CA3-85D190528F4B}"/>
          </ac:cxnSpMkLst>
        </pc:cxnChg>
        <pc:cxnChg chg="add mod">
          <ac:chgData name="Mark Trudgen" userId="df60b22a-be4c-46b8-9f7f-6314daa050fd" providerId="ADAL" clId="{62456035-60B4-49E2-BE6D-85E319504C82}" dt="2025-12-10T14:41:24.605" v="360" actId="14100"/>
          <ac:cxnSpMkLst>
            <pc:docMk/>
            <pc:sldMk cId="323949192" sldId="262"/>
            <ac:cxnSpMk id="43" creationId="{607E4DC1-1F63-462F-928D-351D35F123C6}"/>
          </ac:cxnSpMkLst>
        </pc:cxnChg>
        <pc:cxnChg chg="add mod">
          <ac:chgData name="Mark Trudgen" userId="df60b22a-be4c-46b8-9f7f-6314daa050fd" providerId="ADAL" clId="{62456035-60B4-49E2-BE6D-85E319504C82}" dt="2025-12-10T14:41:38.735" v="364" actId="14100"/>
          <ac:cxnSpMkLst>
            <pc:docMk/>
            <pc:sldMk cId="323949192" sldId="262"/>
            <ac:cxnSpMk id="47" creationId="{F8D30AC6-217A-41F2-8163-D42B94804417}"/>
          </ac:cxnSpMkLst>
        </pc:cxnChg>
        <pc:cxnChg chg="add mod">
          <ac:chgData name="Mark Trudgen" userId="df60b22a-be4c-46b8-9f7f-6314daa050fd" providerId="ADAL" clId="{62456035-60B4-49E2-BE6D-85E319504C82}" dt="2025-12-10T14:41:43.272" v="367" actId="14100"/>
          <ac:cxnSpMkLst>
            <pc:docMk/>
            <pc:sldMk cId="323949192" sldId="262"/>
            <ac:cxnSpMk id="50" creationId="{08F29BAC-6BD7-4C9B-803D-76E2672942DE}"/>
          </ac:cxnSpMkLst>
        </pc:cxnChg>
      </pc:sldChg>
      <pc:sldChg chg="addSp modSp mod">
        <pc:chgData name="Mark Trudgen" userId="df60b22a-be4c-46b8-9f7f-6314daa050fd" providerId="ADAL" clId="{62456035-60B4-49E2-BE6D-85E319504C82}" dt="2025-12-10T14:46:22.776" v="537" actId="20577"/>
        <pc:sldMkLst>
          <pc:docMk/>
          <pc:sldMk cId="2530642084" sldId="263"/>
        </pc:sldMkLst>
        <pc:spChg chg="mod">
          <ac:chgData name="Mark Trudgen" userId="df60b22a-be4c-46b8-9f7f-6314daa050fd" providerId="ADAL" clId="{62456035-60B4-49E2-BE6D-85E319504C82}" dt="2025-12-10T14:46:22.776" v="537" actId="20577"/>
          <ac:spMkLst>
            <pc:docMk/>
            <pc:sldMk cId="2530642084" sldId="263"/>
            <ac:spMk id="3" creationId="{0068DA94-FE78-4F5E-B694-3BB8D18BBD9B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4" creationId="{9B012547-3C29-4A7C-A655-28E5E2B51411}"/>
          </ac:spMkLst>
        </pc:spChg>
        <pc:spChg chg="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6" creationId="{6B3F6461-F5D6-495B-AC6D-86DC6CF6AF2A}"/>
          </ac:spMkLst>
        </pc:spChg>
        <pc:spChg chg="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7" creationId="{60B3BB8D-3D54-4096-83F6-A0BDC0611D6F}"/>
          </ac:spMkLst>
        </pc:spChg>
        <pc:spChg chg="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8" creationId="{54E412DA-3ABC-410B-AF4C-6F7EB66C0618}"/>
          </ac:spMkLst>
        </pc:spChg>
        <pc:spChg chg="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9" creationId="{BBCD387E-E01E-4CE2-B410-3AFFD7AF8051}"/>
          </ac:spMkLst>
        </pc:spChg>
        <pc:spChg chg="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0" creationId="{18CE8A88-46FC-4842-B5BD-61C7B0E7AE14}"/>
          </ac:spMkLst>
        </pc:spChg>
        <pc:spChg chg="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1" creationId="{74E2B1F8-2363-4F5C-AC8A-3541048F9836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2" creationId="{3D618167-2608-4FF5-A6D6-F9FF021C0388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3" creationId="{1EA2B208-D08B-4741-8278-AE1564DB5D79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4" creationId="{EE8E9F4B-29C1-4120-A9B3-038CA6139B83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5" creationId="{46401FA0-575B-4746-BDD6-F91ED86F5A59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6" creationId="{1B44088E-DB36-4245-B5A5-07B5444D9E20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7" creationId="{B3A7EE1F-23B5-412A-BA73-655A679F33C2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8" creationId="{D2404F6E-EC6B-49B2-AF4F-F7A18CD14C5A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19" creationId="{158D33DE-ABAD-4D3F-8B0B-F6F814237FAF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0" creationId="{DE4CF629-5DD2-4096-881D-4A4F0E7F2329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1" creationId="{4A135654-2F54-4B6A-B219-D74AEC2D2DE2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2" creationId="{C6793CA0-7510-4F66-AAC4-13A164F1FF9D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3" creationId="{ACE4F30B-C680-4249-AB17-B99EB963BA50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4" creationId="{46C97EDE-7CD7-47B9-9E5D-EDDDC68A3662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5" creationId="{1ABDF1A1-ED2E-482E-929D-F0C8AD4C15CD}"/>
          </ac:spMkLst>
        </pc:spChg>
        <pc:spChg chg="add mod">
          <ac:chgData name="Mark Trudgen" userId="df60b22a-be4c-46b8-9f7f-6314daa050fd" providerId="ADAL" clId="{62456035-60B4-49E2-BE6D-85E319504C82}" dt="2025-12-10T14:44:30.943" v="396" actId="1076"/>
          <ac:spMkLst>
            <pc:docMk/>
            <pc:sldMk cId="2530642084" sldId="263"/>
            <ac:spMk id="26" creationId="{233AFCD0-973A-4245-82DA-A26BE298F92D}"/>
          </ac:spMkLst>
        </pc:spChg>
        <pc:spChg chg="add mod">
          <ac:chgData name="Mark Trudgen" userId="df60b22a-be4c-46b8-9f7f-6314daa050fd" providerId="ADAL" clId="{62456035-60B4-49E2-BE6D-85E319504C82}" dt="2025-12-10T14:44:45.467" v="400" actId="14100"/>
          <ac:spMkLst>
            <pc:docMk/>
            <pc:sldMk cId="2530642084" sldId="263"/>
            <ac:spMk id="28" creationId="{45095B1E-3AF2-4566-8E11-76F8A3E223FA}"/>
          </ac:spMkLst>
        </pc:spChg>
        <pc:grpChg chg="add mod">
          <ac:chgData name="Mark Trudgen" userId="df60b22a-be4c-46b8-9f7f-6314daa050fd" providerId="ADAL" clId="{62456035-60B4-49E2-BE6D-85E319504C82}" dt="2025-12-10T14:44:30.943" v="396" actId="1076"/>
          <ac:grpSpMkLst>
            <pc:docMk/>
            <pc:sldMk cId="2530642084" sldId="263"/>
            <ac:grpSpMk id="5" creationId="{8B1BE160-E67A-49F6-A7D0-F2101517F994}"/>
          </ac:grpSpMkLst>
        </pc:grpChg>
        <pc:cxnChg chg="add mod">
          <ac:chgData name="Mark Trudgen" userId="df60b22a-be4c-46b8-9f7f-6314daa050fd" providerId="ADAL" clId="{62456035-60B4-49E2-BE6D-85E319504C82}" dt="2025-12-10T14:44:57.738" v="406" actId="1076"/>
          <ac:cxnSpMkLst>
            <pc:docMk/>
            <pc:sldMk cId="2530642084" sldId="263"/>
            <ac:cxnSpMk id="27" creationId="{666FECCB-ED36-4244-A2A3-5CF319E7C54F}"/>
          </ac:cxnSpMkLst>
        </pc:cxnChg>
        <pc:cxnChg chg="add mod">
          <ac:chgData name="Mark Trudgen" userId="df60b22a-be4c-46b8-9f7f-6314daa050fd" providerId="ADAL" clId="{62456035-60B4-49E2-BE6D-85E319504C82}" dt="2025-12-10T14:44:45.467" v="400" actId="14100"/>
          <ac:cxnSpMkLst>
            <pc:docMk/>
            <pc:sldMk cId="2530642084" sldId="263"/>
            <ac:cxnSpMk id="29" creationId="{9EEB6A44-8F56-4DA1-8D1E-F5FFEF9C328E}"/>
          </ac:cxnSpMkLst>
        </pc:cxnChg>
        <pc:cxnChg chg="add mod">
          <ac:chgData name="Mark Trudgen" userId="df60b22a-be4c-46b8-9f7f-6314daa050fd" providerId="ADAL" clId="{62456035-60B4-49E2-BE6D-85E319504C82}" dt="2025-12-10T14:44:52.020" v="403" actId="14100"/>
          <ac:cxnSpMkLst>
            <pc:docMk/>
            <pc:sldMk cId="2530642084" sldId="263"/>
            <ac:cxnSpMk id="34" creationId="{8A175888-6250-4311-826E-CAD801CFB8B1}"/>
          </ac:cxnSpMkLst>
        </pc:cxnChg>
      </pc:sldChg>
      <pc:sldChg chg="addSp modSp mod">
        <pc:chgData name="Mark Trudgen" userId="df60b22a-be4c-46b8-9f7f-6314daa050fd" providerId="ADAL" clId="{62456035-60B4-49E2-BE6D-85E319504C82}" dt="2025-12-10T14:54:45.213" v="825" actId="14100"/>
        <pc:sldMkLst>
          <pc:docMk/>
          <pc:sldMk cId="2365068636" sldId="264"/>
        </pc:sldMkLst>
        <pc:spChg chg="mod">
          <ac:chgData name="Mark Trudgen" userId="df60b22a-be4c-46b8-9f7f-6314daa050fd" providerId="ADAL" clId="{62456035-60B4-49E2-BE6D-85E319504C82}" dt="2025-12-10T14:52:46.304" v="645" actId="20577"/>
          <ac:spMkLst>
            <pc:docMk/>
            <pc:sldMk cId="2365068636" sldId="264"/>
            <ac:spMk id="2" creationId="{B7076038-8899-4BD4-87ED-255C1B67C864}"/>
          </ac:spMkLst>
        </pc:spChg>
        <pc:spChg chg="mod">
          <ac:chgData name="Mark Trudgen" userId="df60b22a-be4c-46b8-9f7f-6314daa050fd" providerId="ADAL" clId="{62456035-60B4-49E2-BE6D-85E319504C82}" dt="2025-12-10T14:54:04.299" v="813" actId="20577"/>
          <ac:spMkLst>
            <pc:docMk/>
            <pc:sldMk cId="2365068636" sldId="264"/>
            <ac:spMk id="3" creationId="{310B7DD8-1704-44EB-8FA2-BE07EDE21349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4" creationId="{D1868442-B562-4FCA-A85F-8CF8A2D94B8A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6" creationId="{7324A249-6D48-475A-9CFC-463E8207BABE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7" creationId="{0FD7CA51-1E1C-437A-8482-0309ECD1CE24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8" creationId="{20F7EAFA-CFF4-46BF-ABF1-DA850C7663F9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9" creationId="{E268A031-D6A8-4E44-BECE-F9F98C9E72A5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0" creationId="{EBB1AE55-6751-4323-A6BA-B06487223FBF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1" creationId="{CD32EEE1-10F9-4DE1-8DDD-B0B3D5C42DF2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2" creationId="{C8259D93-3877-4FDD-88C7-34254C3081FD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3" creationId="{077F946A-1818-4358-B710-513543FB59D7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4" creationId="{A30C3C05-5843-4457-9C5F-0A4306692C8E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5" creationId="{A86B6D17-25E4-47FB-8EC9-12D0607D2A66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6" creationId="{45393433-0455-4302-AFD5-03C427EAC0BD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7" creationId="{19993655-7FD8-425E-9C40-F1B69646B27B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8" creationId="{6C1B1DD4-F8BC-453B-B324-D0CF866045BD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19" creationId="{943FCCA2-34F6-4B7E-A4F6-BB2A01FA215D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1" creationId="{13FDC221-2B94-436E-BD12-3457C140287C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2" creationId="{3D0952E3-4F5A-4F81-8B4E-D0F11957FF76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3" creationId="{0A15FD3F-8E3A-4427-B0BD-1275AEF33E03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4" creationId="{6BF85940-FC4A-4730-9185-D7C558DEDD6D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5" creationId="{2A00E2F7-FE7C-43D8-B84F-BC1CB610C447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6" creationId="{D9A3EE9A-D4A3-4A37-8AA4-4CF2E20A10F4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7" creationId="{9CFB3F3C-B760-4DCC-990E-964511EBD07A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28" creationId="{2B9D9C88-1B1F-489C-84EE-ACEA4CF88BF8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0" creationId="{75A43D54-85E8-4B22-87A7-6EA2C3446E79}"/>
          </ac:spMkLst>
        </pc:spChg>
        <pc:spChg chg="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1" creationId="{E407B0C0-DC1F-4870-9F37-11586D5293F4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2" creationId="{CFC28162-B80E-4B21-BE20-3BE196C563D7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3" creationId="{04D715BD-0BB0-4420-A80A-8A21320A3CC7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4" creationId="{94E38287-41D2-4477-88D4-7F2B868A1A15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5" creationId="{261AC037-2700-4857-AAAF-AB3D5F953F1C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6" creationId="{94001577-BD60-4A4A-8D4C-2E62E94ED5E4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7" creationId="{7D55FA8D-DE05-4401-9556-0560B9264EFC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8" creationId="{CEDC2A32-16AC-48DA-8929-2BD082A7D67B}"/>
          </ac:spMkLst>
        </pc:spChg>
        <pc:spChg chg="add mod">
          <ac:chgData name="Mark Trudgen" userId="df60b22a-be4c-46b8-9f7f-6314daa050fd" providerId="ADAL" clId="{62456035-60B4-49E2-BE6D-85E319504C82}" dt="2025-12-10T14:54:27.321" v="816" actId="1076"/>
          <ac:spMkLst>
            <pc:docMk/>
            <pc:sldMk cId="2365068636" sldId="264"/>
            <ac:spMk id="39" creationId="{72218197-724B-420E-9393-06B64D504B50}"/>
          </ac:spMkLst>
        </pc:spChg>
        <pc:spChg chg="add mod">
          <ac:chgData name="Mark Trudgen" userId="df60b22a-be4c-46b8-9f7f-6314daa050fd" providerId="ADAL" clId="{62456035-60B4-49E2-BE6D-85E319504C82}" dt="2025-12-10T14:54:29.196" v="817" actId="1076"/>
          <ac:spMkLst>
            <pc:docMk/>
            <pc:sldMk cId="2365068636" sldId="264"/>
            <ac:spMk id="41" creationId="{F9B16DB5-259A-40C7-BD90-441575421F9B}"/>
          </ac:spMkLst>
        </pc:spChg>
        <pc:grpChg chg="add mod">
          <ac:chgData name="Mark Trudgen" userId="df60b22a-be4c-46b8-9f7f-6314daa050fd" providerId="ADAL" clId="{62456035-60B4-49E2-BE6D-85E319504C82}" dt="2025-12-10T14:54:27.321" v="816" actId="1076"/>
          <ac:grpSpMkLst>
            <pc:docMk/>
            <pc:sldMk cId="2365068636" sldId="264"/>
            <ac:grpSpMk id="5" creationId="{018D3340-E578-4389-B3FD-B8CA6FC12874}"/>
          </ac:grpSpMkLst>
        </pc:grpChg>
        <pc:grpChg chg="add mod">
          <ac:chgData name="Mark Trudgen" userId="df60b22a-be4c-46b8-9f7f-6314daa050fd" providerId="ADAL" clId="{62456035-60B4-49E2-BE6D-85E319504C82}" dt="2025-12-10T14:54:27.321" v="816" actId="1076"/>
          <ac:grpSpMkLst>
            <pc:docMk/>
            <pc:sldMk cId="2365068636" sldId="264"/>
            <ac:grpSpMk id="20" creationId="{DFB7FE5B-E295-4021-8D40-C4DFEC34C31F}"/>
          </ac:grpSpMkLst>
        </pc:grpChg>
        <pc:grpChg chg="add mod">
          <ac:chgData name="Mark Trudgen" userId="df60b22a-be4c-46b8-9f7f-6314daa050fd" providerId="ADAL" clId="{62456035-60B4-49E2-BE6D-85E319504C82}" dt="2025-12-10T14:54:27.321" v="816" actId="1076"/>
          <ac:grpSpMkLst>
            <pc:docMk/>
            <pc:sldMk cId="2365068636" sldId="264"/>
            <ac:grpSpMk id="29" creationId="{7436BAD0-C194-4F0C-BECA-21E825BA67ED}"/>
          </ac:grpSpMkLst>
        </pc:grpChg>
        <pc:cxnChg chg="add mod">
          <ac:chgData name="Mark Trudgen" userId="df60b22a-be4c-46b8-9f7f-6314daa050fd" providerId="ADAL" clId="{62456035-60B4-49E2-BE6D-85E319504C82}" dt="2025-12-10T14:54:33.155" v="819" actId="14100"/>
          <ac:cxnSpMkLst>
            <pc:docMk/>
            <pc:sldMk cId="2365068636" sldId="264"/>
            <ac:cxnSpMk id="40" creationId="{8B0A27CA-00CC-44FF-B26C-90EB0C4B84C1}"/>
          </ac:cxnSpMkLst>
        </pc:cxnChg>
        <pc:cxnChg chg="add mod">
          <ac:chgData name="Mark Trudgen" userId="df60b22a-be4c-46b8-9f7f-6314daa050fd" providerId="ADAL" clId="{62456035-60B4-49E2-BE6D-85E319504C82}" dt="2025-12-10T14:54:38.168" v="822" actId="14100"/>
          <ac:cxnSpMkLst>
            <pc:docMk/>
            <pc:sldMk cId="2365068636" sldId="264"/>
            <ac:cxnSpMk id="44" creationId="{7F457F69-6823-4E45-AC3C-0383B5E8A355}"/>
          </ac:cxnSpMkLst>
        </pc:cxnChg>
        <pc:cxnChg chg="add mod">
          <ac:chgData name="Mark Trudgen" userId="df60b22a-be4c-46b8-9f7f-6314daa050fd" providerId="ADAL" clId="{62456035-60B4-49E2-BE6D-85E319504C82}" dt="2025-12-10T14:54:45.213" v="825" actId="14100"/>
          <ac:cxnSpMkLst>
            <pc:docMk/>
            <pc:sldMk cId="2365068636" sldId="264"/>
            <ac:cxnSpMk id="47" creationId="{DF925B69-A161-43B8-871F-B8E9A294D712}"/>
          </ac:cxnSpMkLst>
        </pc:cxnChg>
      </pc:sldChg>
      <pc:sldChg chg="addSp modSp mod">
        <pc:chgData name="Mark Trudgen" userId="df60b22a-be4c-46b8-9f7f-6314daa050fd" providerId="ADAL" clId="{62456035-60B4-49E2-BE6D-85E319504C82}" dt="2025-12-10T15:22:46.087" v="2186" actId="20577"/>
        <pc:sldMkLst>
          <pc:docMk/>
          <pc:sldMk cId="556370048" sldId="265"/>
        </pc:sldMkLst>
        <pc:spChg chg="mod">
          <ac:chgData name="Mark Trudgen" userId="df60b22a-be4c-46b8-9f7f-6314daa050fd" providerId="ADAL" clId="{62456035-60B4-49E2-BE6D-85E319504C82}" dt="2025-12-10T14:57:55.730" v="894" actId="6549"/>
          <ac:spMkLst>
            <pc:docMk/>
            <pc:sldMk cId="556370048" sldId="265"/>
            <ac:spMk id="2" creationId="{B7076038-8899-4BD4-87ED-255C1B67C864}"/>
          </ac:spMkLst>
        </pc:spChg>
        <pc:spChg chg="mod">
          <ac:chgData name="Mark Trudgen" userId="df60b22a-be4c-46b8-9f7f-6314daa050fd" providerId="ADAL" clId="{62456035-60B4-49E2-BE6D-85E319504C82}" dt="2025-12-10T15:22:46.087" v="2186" actId="20577"/>
          <ac:spMkLst>
            <pc:docMk/>
            <pc:sldMk cId="556370048" sldId="265"/>
            <ac:spMk id="3" creationId="{310B7DD8-1704-44EB-8FA2-BE07EDE21349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" creationId="{255946DC-5B38-456C-B6E6-0A53565C9F9F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6" creationId="{60ED408E-08D2-434F-ABDF-8B938F83D679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7" creationId="{065233CA-E7CB-4447-8CB0-93B6CAC77A2C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8" creationId="{85EC8923-1D1A-4E0A-8EAA-E346D104E2B3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9" creationId="{2D53BF42-30CB-48AB-8DB2-27579447ED09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0" creationId="{D13AFB77-C28F-4077-BC3B-0222487100B5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1" creationId="{44385640-852D-47B2-9724-4AD5EAB940E4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2" creationId="{5BF0B8B9-D523-4D83-B271-A3071AD96BF0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3" creationId="{4708DD1B-D114-4372-A260-8F9AC1152017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4" creationId="{A8FB8F70-4635-4DD5-9CA3-0DD737FA0CCB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5" creationId="{3716DB90-BB02-4BDA-8F75-8F0583735F9C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6" creationId="{E67413AC-E762-45E7-BC95-79F446F18ADA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8" creationId="{90223CFE-2BD4-4475-8E2B-52C6ACC5F1A8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19" creationId="{EFCF4FC3-1CE8-4A63-8C80-1EB5BC687832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1" creationId="{E2576323-7D20-4A09-B1B4-2ECCF3B9651C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2" creationId="{057B75E5-BE24-4926-B255-357CE1346066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3" creationId="{F2471A7E-B205-4CBC-811E-B926E8E4C0DD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4" creationId="{220617BA-4DF2-4AFC-BAD1-BBF7B45D054E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5" creationId="{A5449910-2D68-4AFC-BFAB-10BB4D1A00F2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7" creationId="{BD15BE3A-BF78-4F3D-9343-F6C889CC456E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8" creationId="{0B36F21C-CFBA-4152-88E3-0B71C4E936A3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29" creationId="{A06929C5-3FF3-4208-A462-99D7AF52568C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0" creationId="{5590E5DB-4344-4382-93C4-0D414286458F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2" creationId="{DFBAEB70-44B5-49B3-979E-70B67B8F2808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3" creationId="{86BE1028-B0CF-4C3D-BC5D-BFDC65A7ED28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4" creationId="{DA23D107-6C2E-45DF-9057-173AB3DF98D6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6" creationId="{A78341F9-42A0-40CB-8A57-E8D86FC8F6C6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7" creationId="{B054FC8A-8803-47F4-A34E-B3C138BEF1DD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39" creationId="{FE60B31F-EBE6-4002-8284-530BB7000516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0" creationId="{4112C2D9-8D9C-4801-A6E2-76EB51496FAE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1" creationId="{4973B339-BC7E-4231-86F1-404AD72DF94A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2" creationId="{619A4947-FEC3-4E37-9598-F265B88260D3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3" creationId="{6E010291-6459-40EF-B22C-73441F0E5BB4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4" creationId="{B0299C96-5E83-4828-B9D6-D25105BF3D45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5" creationId="{1A6175AF-032F-48B8-B850-81ED98212022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6" creationId="{B66088CF-6ADF-493D-BCE5-F9AA63E08DCD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8" creationId="{EFCA1E23-C24C-4CFF-8DE1-525300086D94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49" creationId="{34DFAC63-CB52-461A-87E7-956F1910676E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0" creationId="{C3339F61-889F-4D61-9993-F32BED17C11A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1" creationId="{AE29C6D8-AE1D-471E-B36F-B3E18EAD0B58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3" creationId="{0A8836F1-E4C9-4D96-98F0-396E26DE472B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4" creationId="{772BD89A-1534-4E8A-A2C8-69EEC8CC46F7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5" creationId="{E1E830A8-402E-4646-95E6-020B4E4BBE0E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7" creationId="{2950BBF3-746B-4A05-8526-CE8FB421481F}"/>
          </ac:spMkLst>
        </pc:spChg>
        <pc:spChg chg="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8" creationId="{F7DF5E4F-48D3-487D-8C8B-C240126D7DC3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59" creationId="{F678A116-EBE3-4D3C-834D-97D75C5A3B5D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60" creationId="{5B508F4D-A112-4C09-BCA3-BD162149945B}"/>
          </ac:spMkLst>
        </pc:spChg>
        <pc:spChg chg="add mod">
          <ac:chgData name="Mark Trudgen" userId="df60b22a-be4c-46b8-9f7f-6314daa050fd" providerId="ADAL" clId="{62456035-60B4-49E2-BE6D-85E319504C82}" dt="2025-12-10T15:04:11.917" v="1003" actId="1076"/>
          <ac:spMkLst>
            <pc:docMk/>
            <pc:sldMk cId="556370048" sldId="265"/>
            <ac:spMk id="61" creationId="{2105933C-BC9C-4403-B02C-15B11C1AF3D1}"/>
          </ac:spMkLst>
        </pc:spChg>
        <pc:spChg chg="add mod">
          <ac:chgData name="Mark Trudgen" userId="df60b22a-be4c-46b8-9f7f-6314daa050fd" providerId="ADAL" clId="{62456035-60B4-49E2-BE6D-85E319504C82}" dt="2025-12-10T15:04:35.826" v="1013" actId="6549"/>
          <ac:spMkLst>
            <pc:docMk/>
            <pc:sldMk cId="556370048" sldId="265"/>
            <ac:spMk id="62" creationId="{2FAB326F-9812-4B7E-A1D5-7F3E6C7C482E}"/>
          </ac:spMkLst>
        </pc:s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4" creationId="{4257A5F7-1F9F-415A-8296-4F67EFDC69D5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17" creationId="{ADAD85CF-C277-4C88-866B-BCE369901EF8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20" creationId="{623913D3-6157-40D1-BB74-FC8490927A7D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26" creationId="{90821370-C668-4BA3-986D-3E2ED0A66FD2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31" creationId="{39D38884-E003-42DA-9B8F-97FA4446482A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35" creationId="{F8BB488E-5403-403D-8A0D-736360C6A9FF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38" creationId="{73BC0D0F-049D-4BFF-8688-BED916EA9597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47" creationId="{E56DC1F0-30F6-47C6-B5B0-B826929207B6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52" creationId="{BA7958F6-EE22-4C95-AB9E-03A32266785F}"/>
          </ac:grpSpMkLst>
        </pc:grpChg>
        <pc:grpChg chg="add mod">
          <ac:chgData name="Mark Trudgen" userId="df60b22a-be4c-46b8-9f7f-6314daa050fd" providerId="ADAL" clId="{62456035-60B4-49E2-BE6D-85E319504C82}" dt="2025-12-10T15:04:11.917" v="1003" actId="1076"/>
          <ac:grpSpMkLst>
            <pc:docMk/>
            <pc:sldMk cId="556370048" sldId="265"/>
            <ac:grpSpMk id="56" creationId="{EAA6E2B8-E226-42F5-873D-DF976AA44B08}"/>
          </ac:grpSpMkLst>
        </pc:grpChg>
        <pc:cxnChg chg="add mod">
          <ac:chgData name="Mark Trudgen" userId="df60b22a-be4c-46b8-9f7f-6314daa050fd" providerId="ADAL" clId="{62456035-60B4-49E2-BE6D-85E319504C82}" dt="2025-12-10T15:04:25.086" v="1008" actId="14100"/>
          <ac:cxnSpMkLst>
            <pc:docMk/>
            <pc:sldMk cId="556370048" sldId="265"/>
            <ac:cxnSpMk id="63" creationId="{54EDF6DD-DF96-4D21-8849-AE48A177EE6D}"/>
          </ac:cxnSpMkLst>
        </pc:cxnChg>
        <pc:cxnChg chg="add mod">
          <ac:chgData name="Mark Trudgen" userId="df60b22a-be4c-46b8-9f7f-6314daa050fd" providerId="ADAL" clId="{62456035-60B4-49E2-BE6D-85E319504C82}" dt="2025-12-10T15:22:04.802" v="2069" actId="1076"/>
          <ac:cxnSpMkLst>
            <pc:docMk/>
            <pc:sldMk cId="556370048" sldId="265"/>
            <ac:cxnSpMk id="67" creationId="{4B8CD2A9-C8D8-4A45-84F8-2C5BEFA041A9}"/>
          </ac:cxnSpMkLst>
        </pc:cxnChg>
      </pc:sldChg>
      <pc:sldChg chg="addSp delSp modSp mod">
        <pc:chgData name="Mark Trudgen" userId="df60b22a-be4c-46b8-9f7f-6314daa050fd" providerId="ADAL" clId="{62456035-60B4-49E2-BE6D-85E319504C82}" dt="2025-12-10T15:22:58.017" v="2187" actId="14100"/>
        <pc:sldMkLst>
          <pc:docMk/>
          <pc:sldMk cId="234632477" sldId="266"/>
        </pc:sldMkLst>
        <pc:spChg chg="mod">
          <ac:chgData name="Mark Trudgen" userId="df60b22a-be4c-46b8-9f7f-6314daa050fd" providerId="ADAL" clId="{62456035-60B4-49E2-BE6D-85E319504C82}" dt="2025-12-10T15:04:52.278" v="1058" actId="20577"/>
          <ac:spMkLst>
            <pc:docMk/>
            <pc:sldMk cId="234632477" sldId="266"/>
            <ac:spMk id="2" creationId="{B7076038-8899-4BD4-87ED-255C1B67C864}"/>
          </ac:spMkLst>
        </pc:spChg>
        <pc:spChg chg="mod">
          <ac:chgData name="Mark Trudgen" userId="df60b22a-be4c-46b8-9f7f-6314daa050fd" providerId="ADAL" clId="{62456035-60B4-49E2-BE6D-85E319504C82}" dt="2025-12-10T15:09:13.854" v="1393" actId="20577"/>
          <ac:spMkLst>
            <pc:docMk/>
            <pc:sldMk cId="234632477" sldId="266"/>
            <ac:spMk id="3" creationId="{310B7DD8-1704-44EB-8FA2-BE07EDE21349}"/>
          </ac:spMkLst>
        </pc:spChg>
        <pc:spChg chg="add mod">
          <ac:chgData name="Mark Trudgen" userId="df60b22a-be4c-46b8-9f7f-6314daa050fd" providerId="ADAL" clId="{62456035-60B4-49E2-BE6D-85E319504C82}" dt="2025-12-10T15:06:00.019" v="1159" actId="1076"/>
          <ac:spMkLst>
            <pc:docMk/>
            <pc:sldMk cId="234632477" sldId="266"/>
            <ac:spMk id="4" creationId="{938AB7FA-7788-49D2-9885-F49BFEC3F338}"/>
          </ac:spMkLst>
        </pc:spChg>
        <pc:spChg chg="add del mod">
          <ac:chgData name="Mark Trudgen" userId="df60b22a-be4c-46b8-9f7f-6314daa050fd" providerId="ADAL" clId="{62456035-60B4-49E2-BE6D-85E319504C82}" dt="2025-12-10T15:07:00.174" v="1175" actId="478"/>
          <ac:spMkLst>
            <pc:docMk/>
            <pc:sldMk cId="234632477" sldId="266"/>
            <ac:spMk id="5" creationId="{31F28FD8-1FB4-4B9F-B3E1-50BDC9D9C807}"/>
          </ac:spMkLst>
        </pc:spChg>
        <pc:spChg chg="add mod">
          <ac:chgData name="Mark Trudgen" userId="df60b22a-be4c-46b8-9f7f-6314daa050fd" providerId="ADAL" clId="{62456035-60B4-49E2-BE6D-85E319504C82}" dt="2025-12-10T15:06:22.468" v="1167" actId="1076"/>
          <ac:spMkLst>
            <pc:docMk/>
            <pc:sldMk cId="234632477" sldId="266"/>
            <ac:spMk id="6" creationId="{24FC926E-9FA4-4855-8DC0-B75163742913}"/>
          </ac:spMkLst>
        </pc:spChg>
        <pc:spChg chg="add mod">
          <ac:chgData name="Mark Trudgen" userId="df60b22a-be4c-46b8-9f7f-6314daa050fd" providerId="ADAL" clId="{62456035-60B4-49E2-BE6D-85E319504C82}" dt="2025-12-10T15:06:20.793" v="1166" actId="14100"/>
          <ac:spMkLst>
            <pc:docMk/>
            <pc:sldMk cId="234632477" sldId="266"/>
            <ac:spMk id="7" creationId="{035D90A8-0484-4E65-8930-4A8680163434}"/>
          </ac:spMkLst>
        </pc:spChg>
        <pc:spChg chg="mod">
          <ac:chgData name="Mark Trudgen" userId="df60b22a-be4c-46b8-9f7f-6314daa050fd" providerId="ADAL" clId="{62456035-60B4-49E2-BE6D-85E319504C82}" dt="2025-12-10T15:06:30.996" v="1168"/>
          <ac:spMkLst>
            <pc:docMk/>
            <pc:sldMk cId="234632477" sldId="266"/>
            <ac:spMk id="9" creationId="{77FC96C1-E3F1-4271-ACD1-F2550675E3F9}"/>
          </ac:spMkLst>
        </pc:spChg>
        <pc:spChg chg="mod">
          <ac:chgData name="Mark Trudgen" userId="df60b22a-be4c-46b8-9f7f-6314daa050fd" providerId="ADAL" clId="{62456035-60B4-49E2-BE6D-85E319504C82}" dt="2025-12-10T15:06:30.996" v="1168"/>
          <ac:spMkLst>
            <pc:docMk/>
            <pc:sldMk cId="234632477" sldId="266"/>
            <ac:spMk id="10" creationId="{E376C5A7-83E4-47CA-AFE5-B5D0E2E25B0A}"/>
          </ac:spMkLst>
        </pc:spChg>
        <pc:spChg chg="mod">
          <ac:chgData name="Mark Trudgen" userId="df60b22a-be4c-46b8-9f7f-6314daa050fd" providerId="ADAL" clId="{62456035-60B4-49E2-BE6D-85E319504C82}" dt="2025-12-10T15:06:42.858" v="1170"/>
          <ac:spMkLst>
            <pc:docMk/>
            <pc:sldMk cId="234632477" sldId="266"/>
            <ac:spMk id="12" creationId="{785A6F36-9657-4DDB-AE99-260AA7CB4AF9}"/>
          </ac:spMkLst>
        </pc:spChg>
        <pc:spChg chg="mod">
          <ac:chgData name="Mark Trudgen" userId="df60b22a-be4c-46b8-9f7f-6314daa050fd" providerId="ADAL" clId="{62456035-60B4-49E2-BE6D-85E319504C82}" dt="2025-12-10T15:06:42.858" v="1170"/>
          <ac:spMkLst>
            <pc:docMk/>
            <pc:sldMk cId="234632477" sldId="266"/>
            <ac:spMk id="13" creationId="{99ADD135-B278-4AEF-80D5-6C43588650ED}"/>
          </ac:spMkLst>
        </pc:spChg>
        <pc:spChg chg="mod">
          <ac:chgData name="Mark Trudgen" userId="df60b22a-be4c-46b8-9f7f-6314daa050fd" providerId="ADAL" clId="{62456035-60B4-49E2-BE6D-85E319504C82}" dt="2025-12-10T15:06:42.858" v="1170"/>
          <ac:spMkLst>
            <pc:docMk/>
            <pc:sldMk cId="234632477" sldId="266"/>
            <ac:spMk id="14" creationId="{AA487E10-8BF3-422A-8896-005DB5352BDA}"/>
          </ac:spMkLst>
        </pc:spChg>
        <pc:spChg chg="mod">
          <ac:chgData name="Mark Trudgen" userId="df60b22a-be4c-46b8-9f7f-6314daa050fd" providerId="ADAL" clId="{62456035-60B4-49E2-BE6D-85E319504C82}" dt="2025-12-10T15:06:42.858" v="1170"/>
          <ac:spMkLst>
            <pc:docMk/>
            <pc:sldMk cId="234632477" sldId="266"/>
            <ac:spMk id="15" creationId="{CD4A0196-3110-4604-B94F-57E1BA15DB9A}"/>
          </ac:spMkLst>
        </pc:spChg>
        <pc:spChg chg="add mod">
          <ac:chgData name="Mark Trudgen" userId="df60b22a-be4c-46b8-9f7f-6314daa050fd" providerId="ADAL" clId="{62456035-60B4-49E2-BE6D-85E319504C82}" dt="2025-12-10T15:08:57.257" v="1350" actId="14100"/>
          <ac:spMkLst>
            <pc:docMk/>
            <pc:sldMk cId="234632477" sldId="266"/>
            <ac:spMk id="16" creationId="{A46CD2B4-BF94-4653-B234-E752874A1BA9}"/>
          </ac:spMkLst>
        </pc:spChg>
        <pc:spChg chg="add del mod">
          <ac:chgData name="Mark Trudgen" userId="df60b22a-be4c-46b8-9f7f-6314daa050fd" providerId="ADAL" clId="{62456035-60B4-49E2-BE6D-85E319504C82}" dt="2025-12-10T15:07:46.121" v="1284" actId="478"/>
          <ac:spMkLst>
            <pc:docMk/>
            <pc:sldMk cId="234632477" sldId="266"/>
            <ac:spMk id="17" creationId="{6E051A11-0DFE-4313-8711-8B669D240121}"/>
          </ac:spMkLst>
        </pc:spChg>
        <pc:spChg chg="add mod">
          <ac:chgData name="Mark Trudgen" userId="df60b22a-be4c-46b8-9f7f-6314daa050fd" providerId="ADAL" clId="{62456035-60B4-49E2-BE6D-85E319504C82}" dt="2025-12-10T15:07:44.405" v="1283" actId="1076"/>
          <ac:spMkLst>
            <pc:docMk/>
            <pc:sldMk cId="234632477" sldId="266"/>
            <ac:spMk id="18" creationId="{785B965E-5196-46A3-8E38-18662CB25C69}"/>
          </ac:spMkLst>
        </pc:spChg>
        <pc:spChg chg="add mod">
          <ac:chgData name="Mark Trudgen" userId="df60b22a-be4c-46b8-9f7f-6314daa050fd" providerId="ADAL" clId="{62456035-60B4-49E2-BE6D-85E319504C82}" dt="2025-12-10T15:08:02.954" v="1288" actId="1076"/>
          <ac:spMkLst>
            <pc:docMk/>
            <pc:sldMk cId="234632477" sldId="266"/>
            <ac:spMk id="19" creationId="{95D69778-C637-4492-B305-2DA110BF7612}"/>
          </ac:spMkLst>
        </pc:spChg>
        <pc:spChg chg="add mod">
          <ac:chgData name="Mark Trudgen" userId="df60b22a-be4c-46b8-9f7f-6314daa050fd" providerId="ADAL" clId="{62456035-60B4-49E2-BE6D-85E319504C82}" dt="2025-12-10T15:08:09.048" v="1290" actId="1076"/>
          <ac:spMkLst>
            <pc:docMk/>
            <pc:sldMk cId="234632477" sldId="266"/>
            <ac:spMk id="20" creationId="{5DA506BF-8000-41AD-9F7B-94044B10741B}"/>
          </ac:spMkLst>
        </pc:spChg>
        <pc:spChg chg="add mod">
          <ac:chgData name="Mark Trudgen" userId="df60b22a-be4c-46b8-9f7f-6314daa050fd" providerId="ADAL" clId="{62456035-60B4-49E2-BE6D-85E319504C82}" dt="2025-12-10T15:08:20.586" v="1292" actId="1076"/>
          <ac:spMkLst>
            <pc:docMk/>
            <pc:sldMk cId="234632477" sldId="266"/>
            <ac:spMk id="21" creationId="{A751D505-C86A-4825-A3E3-5744105173FC}"/>
          </ac:spMkLst>
        </pc:spChg>
        <pc:spChg chg="mod">
          <ac:chgData name="Mark Trudgen" userId="df60b22a-be4c-46b8-9f7f-6314daa050fd" providerId="ADAL" clId="{62456035-60B4-49E2-BE6D-85E319504C82}" dt="2025-12-10T15:08:39.608" v="1341"/>
          <ac:spMkLst>
            <pc:docMk/>
            <pc:sldMk cId="234632477" sldId="266"/>
            <ac:spMk id="24" creationId="{720B19B2-EF41-4411-880B-38691A9248F8}"/>
          </ac:spMkLst>
        </pc:spChg>
        <pc:spChg chg="mod">
          <ac:chgData name="Mark Trudgen" userId="df60b22a-be4c-46b8-9f7f-6314daa050fd" providerId="ADAL" clId="{62456035-60B4-49E2-BE6D-85E319504C82}" dt="2025-12-10T15:08:39.608" v="1341"/>
          <ac:spMkLst>
            <pc:docMk/>
            <pc:sldMk cId="234632477" sldId="266"/>
            <ac:spMk id="25" creationId="{0F693F52-FC87-4CCB-81F1-0493DB944A6F}"/>
          </ac:spMkLst>
        </pc:spChg>
        <pc:spChg chg="mod">
          <ac:chgData name="Mark Trudgen" userId="df60b22a-be4c-46b8-9f7f-6314daa050fd" providerId="ADAL" clId="{62456035-60B4-49E2-BE6D-85E319504C82}" dt="2025-12-10T15:08:39.608" v="1341"/>
          <ac:spMkLst>
            <pc:docMk/>
            <pc:sldMk cId="234632477" sldId="266"/>
            <ac:spMk id="26" creationId="{61EA47C7-AA22-4376-8B0A-07E2D19E4F67}"/>
          </ac:spMkLst>
        </pc:spChg>
        <pc:spChg chg="mod">
          <ac:chgData name="Mark Trudgen" userId="df60b22a-be4c-46b8-9f7f-6314daa050fd" providerId="ADAL" clId="{62456035-60B4-49E2-BE6D-85E319504C82}" dt="2025-12-10T15:08:39.608" v="1341"/>
          <ac:spMkLst>
            <pc:docMk/>
            <pc:sldMk cId="234632477" sldId="266"/>
            <ac:spMk id="27" creationId="{478AF131-9187-40E7-83D5-7AC8E19A5110}"/>
          </ac:spMkLst>
        </pc:spChg>
        <pc:spChg chg="add mod">
          <ac:chgData name="Mark Trudgen" userId="df60b22a-be4c-46b8-9f7f-6314daa050fd" providerId="ADAL" clId="{62456035-60B4-49E2-BE6D-85E319504C82}" dt="2025-12-10T15:08:46.154" v="1344" actId="1076"/>
          <ac:spMkLst>
            <pc:docMk/>
            <pc:sldMk cId="234632477" sldId="266"/>
            <ac:spMk id="28" creationId="{914BF06B-B01D-4541-BB01-738AE58198AF}"/>
          </ac:spMkLst>
        </pc:spChg>
        <pc:spChg chg="add mod">
          <ac:chgData name="Mark Trudgen" userId="df60b22a-be4c-46b8-9f7f-6314daa050fd" providerId="ADAL" clId="{62456035-60B4-49E2-BE6D-85E319504C82}" dt="2025-12-10T15:09:05.034" v="1353" actId="14100"/>
          <ac:spMkLst>
            <pc:docMk/>
            <pc:sldMk cId="234632477" sldId="266"/>
            <ac:spMk id="29" creationId="{A76F8D49-26BE-4D14-B3ED-E0225B0490ED}"/>
          </ac:spMkLst>
        </pc:spChg>
        <pc:grpChg chg="add del mod">
          <ac:chgData name="Mark Trudgen" userId="df60b22a-be4c-46b8-9f7f-6314daa050fd" providerId="ADAL" clId="{62456035-60B4-49E2-BE6D-85E319504C82}" dt="2025-12-10T15:07:37.874" v="1280" actId="478"/>
          <ac:grpSpMkLst>
            <pc:docMk/>
            <pc:sldMk cId="234632477" sldId="266"/>
            <ac:grpSpMk id="8" creationId="{8C64DCEC-0FE8-4B7A-9434-A060DE02E661}"/>
          </ac:grpSpMkLst>
        </pc:grpChg>
        <pc:grpChg chg="add mod">
          <ac:chgData name="Mark Trudgen" userId="df60b22a-be4c-46b8-9f7f-6314daa050fd" providerId="ADAL" clId="{62456035-60B4-49E2-BE6D-85E319504C82}" dt="2025-12-10T15:06:50.884" v="1171" actId="1076"/>
          <ac:grpSpMkLst>
            <pc:docMk/>
            <pc:sldMk cId="234632477" sldId="266"/>
            <ac:grpSpMk id="11" creationId="{AD27A08C-0F15-4FB9-9CC6-4D7F703C5348}"/>
          </ac:grpSpMkLst>
        </pc:grpChg>
        <pc:grpChg chg="add mod">
          <ac:chgData name="Mark Trudgen" userId="df60b22a-be4c-46b8-9f7f-6314daa050fd" providerId="ADAL" clId="{62456035-60B4-49E2-BE6D-85E319504C82}" dt="2025-12-10T15:08:53.758" v="1349" actId="1035"/>
          <ac:grpSpMkLst>
            <pc:docMk/>
            <pc:sldMk cId="234632477" sldId="266"/>
            <ac:grpSpMk id="23" creationId="{365C4522-7431-4D96-A86F-143F7835610D}"/>
          </ac:grpSpMkLst>
        </pc:grpChg>
        <pc:cxnChg chg="add mod">
          <ac:chgData name="Mark Trudgen" userId="df60b22a-be4c-46b8-9f7f-6314daa050fd" providerId="ADAL" clId="{62456035-60B4-49E2-BE6D-85E319504C82}" dt="2025-12-10T15:22:58.017" v="2187" actId="14100"/>
          <ac:cxnSpMkLst>
            <pc:docMk/>
            <pc:sldMk cId="234632477" sldId="266"/>
            <ac:cxnSpMk id="22" creationId="{779DF7FB-31DB-4D7B-9205-EA64F18D6579}"/>
          </ac:cxnSpMkLst>
        </pc:cxnChg>
      </pc:sldChg>
      <pc:sldChg chg="addSp delSp modSp mod">
        <pc:chgData name="Mark Trudgen" userId="df60b22a-be4c-46b8-9f7f-6314daa050fd" providerId="ADAL" clId="{62456035-60B4-49E2-BE6D-85E319504C82}" dt="2025-12-10T15:18:25.681" v="1899" actId="20577"/>
        <pc:sldMkLst>
          <pc:docMk/>
          <pc:sldMk cId="3139883266" sldId="267"/>
        </pc:sldMkLst>
        <pc:spChg chg="mod">
          <ac:chgData name="Mark Trudgen" userId="df60b22a-be4c-46b8-9f7f-6314daa050fd" providerId="ADAL" clId="{62456035-60B4-49E2-BE6D-85E319504C82}" dt="2025-12-10T15:10:15.180" v="1424" actId="20577"/>
          <ac:spMkLst>
            <pc:docMk/>
            <pc:sldMk cId="3139883266" sldId="267"/>
            <ac:spMk id="2" creationId="{B7076038-8899-4BD4-87ED-255C1B67C864}"/>
          </ac:spMkLst>
        </pc:spChg>
        <pc:spChg chg="mod">
          <ac:chgData name="Mark Trudgen" userId="df60b22a-be4c-46b8-9f7f-6314daa050fd" providerId="ADAL" clId="{62456035-60B4-49E2-BE6D-85E319504C82}" dt="2025-12-10T15:18:25.681" v="1899" actId="20577"/>
          <ac:spMkLst>
            <pc:docMk/>
            <pc:sldMk cId="3139883266" sldId="267"/>
            <ac:spMk id="3" creationId="{310B7DD8-1704-44EB-8FA2-BE07EDE21349}"/>
          </ac:spMkLst>
        </pc:spChg>
        <pc:spChg chg="add 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4" creationId="{FAEB4691-4A10-451D-B5FD-B7B335D4C13B}"/>
          </ac:spMkLst>
        </pc:spChg>
        <pc:spChg chg="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6" creationId="{2A4AFBA8-9AA1-4A41-9DCA-AD5880DD5736}"/>
          </ac:spMkLst>
        </pc:spChg>
        <pc:spChg chg="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7" creationId="{E2FAD824-EF25-4C0C-A077-373980B356D8}"/>
          </ac:spMkLst>
        </pc:spChg>
        <pc:spChg chg="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8" creationId="{2554E36C-0951-47EC-9DE9-8E8FD00F6C46}"/>
          </ac:spMkLst>
        </pc:spChg>
        <pc:spChg chg="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9" creationId="{412AD044-295D-44BC-8F5D-83EC153C6C74}"/>
          </ac:spMkLst>
        </pc:spChg>
        <pc:spChg chg="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10" creationId="{5C061471-186C-4F15-9F12-FD49D5B4F19B}"/>
          </ac:spMkLst>
        </pc:spChg>
        <pc:spChg chg="mod">
          <ac:chgData name="Mark Trudgen" userId="df60b22a-be4c-46b8-9f7f-6314daa050fd" providerId="ADAL" clId="{62456035-60B4-49E2-BE6D-85E319504C82}" dt="2025-12-10T15:12:06.604" v="1478"/>
          <ac:spMkLst>
            <pc:docMk/>
            <pc:sldMk cId="3139883266" sldId="267"/>
            <ac:spMk id="11" creationId="{276CAC47-0D36-4E45-9B55-AE8642EF7F95}"/>
          </ac:spMkLst>
        </pc:spChg>
        <pc:spChg chg="add mod">
          <ac:chgData name="Mark Trudgen" userId="df60b22a-be4c-46b8-9f7f-6314daa050fd" providerId="ADAL" clId="{62456035-60B4-49E2-BE6D-85E319504C82}" dt="2025-12-10T15:15:00.915" v="1664" actId="1076"/>
          <ac:spMkLst>
            <pc:docMk/>
            <pc:sldMk cId="3139883266" sldId="267"/>
            <ac:spMk id="12" creationId="{B11C61D6-041B-4003-B7A9-8BA648D23DBA}"/>
          </ac:spMkLst>
        </pc:spChg>
        <pc:spChg chg="add mod">
          <ac:chgData name="Mark Trudgen" userId="df60b22a-be4c-46b8-9f7f-6314daa050fd" providerId="ADAL" clId="{62456035-60B4-49E2-BE6D-85E319504C82}" dt="2025-12-10T15:15:13.822" v="1670" actId="14100"/>
          <ac:spMkLst>
            <pc:docMk/>
            <pc:sldMk cId="3139883266" sldId="267"/>
            <ac:spMk id="13" creationId="{753D0134-D66B-4C5A-8D28-0A3A02EAA819}"/>
          </ac:spMkLst>
        </pc:spChg>
        <pc:spChg chg="add mod">
          <ac:chgData name="Mark Trudgen" userId="df60b22a-be4c-46b8-9f7f-6314daa050fd" providerId="ADAL" clId="{62456035-60B4-49E2-BE6D-85E319504C82}" dt="2025-12-10T15:12:58.044" v="1519" actId="14100"/>
          <ac:spMkLst>
            <pc:docMk/>
            <pc:sldMk cId="3139883266" sldId="267"/>
            <ac:spMk id="14" creationId="{9BE4A5B3-4115-4230-A23A-4CE9EAF9521A}"/>
          </ac:spMkLst>
        </pc:spChg>
        <pc:spChg chg="add mod">
          <ac:chgData name="Mark Trudgen" userId="df60b22a-be4c-46b8-9f7f-6314daa050fd" providerId="ADAL" clId="{62456035-60B4-49E2-BE6D-85E319504C82}" dt="2025-12-10T15:14:58.095" v="1663" actId="1038"/>
          <ac:spMkLst>
            <pc:docMk/>
            <pc:sldMk cId="3139883266" sldId="267"/>
            <ac:spMk id="15" creationId="{731E622B-E601-41BD-9E4E-17FDDF6D757E}"/>
          </ac:spMkLst>
        </pc:spChg>
        <pc:spChg chg="add mod">
          <ac:chgData name="Mark Trudgen" userId="df60b22a-be4c-46b8-9f7f-6314daa050fd" providerId="ADAL" clId="{62456035-60B4-49E2-BE6D-85E319504C82}" dt="2025-12-10T15:15:16.060" v="1671" actId="1076"/>
          <ac:spMkLst>
            <pc:docMk/>
            <pc:sldMk cId="3139883266" sldId="267"/>
            <ac:spMk id="16" creationId="{81AC0318-7EC6-4A57-93B1-488B26E47EEF}"/>
          </ac:spMkLst>
        </pc:spChg>
        <pc:spChg chg="add mod">
          <ac:chgData name="Mark Trudgen" userId="df60b22a-be4c-46b8-9f7f-6314daa050fd" providerId="ADAL" clId="{62456035-60B4-49E2-BE6D-85E319504C82}" dt="2025-12-10T15:12:43.018" v="1515" actId="1076"/>
          <ac:spMkLst>
            <pc:docMk/>
            <pc:sldMk cId="3139883266" sldId="267"/>
            <ac:spMk id="17" creationId="{F9F0AE40-29F0-449B-B64B-489F730BFD70}"/>
          </ac:spMkLst>
        </pc:spChg>
        <pc:spChg chg="mod">
          <ac:chgData name="Mark Trudgen" userId="df60b22a-be4c-46b8-9f7f-6314daa050fd" providerId="ADAL" clId="{62456035-60B4-49E2-BE6D-85E319504C82}" dt="2025-12-10T15:12:48.431" v="1516"/>
          <ac:spMkLst>
            <pc:docMk/>
            <pc:sldMk cId="3139883266" sldId="267"/>
            <ac:spMk id="19" creationId="{A3F4B59B-8CB8-4041-B28F-DF6A8AC00A78}"/>
          </ac:spMkLst>
        </pc:spChg>
        <pc:spChg chg="mod">
          <ac:chgData name="Mark Trudgen" userId="df60b22a-be4c-46b8-9f7f-6314daa050fd" providerId="ADAL" clId="{62456035-60B4-49E2-BE6D-85E319504C82}" dt="2025-12-10T15:12:48.431" v="1516"/>
          <ac:spMkLst>
            <pc:docMk/>
            <pc:sldMk cId="3139883266" sldId="267"/>
            <ac:spMk id="20" creationId="{B18B0535-FE29-4946-8D1A-F79072E3A7DC}"/>
          </ac:spMkLst>
        </pc:spChg>
        <pc:spChg chg="add mod">
          <ac:chgData name="Mark Trudgen" userId="df60b22a-be4c-46b8-9f7f-6314daa050fd" providerId="ADAL" clId="{62456035-60B4-49E2-BE6D-85E319504C82}" dt="2025-12-10T15:18:04.759" v="1846" actId="1076"/>
          <ac:spMkLst>
            <pc:docMk/>
            <pc:sldMk cId="3139883266" sldId="267"/>
            <ac:spMk id="21" creationId="{172150C1-74F4-43CC-B2F7-98A0A6BFFC02}"/>
          </ac:spMkLst>
        </pc:spChg>
        <pc:spChg chg="add mod">
          <ac:chgData name="Mark Trudgen" userId="df60b22a-be4c-46b8-9f7f-6314daa050fd" providerId="ADAL" clId="{62456035-60B4-49E2-BE6D-85E319504C82}" dt="2025-12-10T15:15:02.774" v="1665" actId="1076"/>
          <ac:spMkLst>
            <pc:docMk/>
            <pc:sldMk cId="3139883266" sldId="267"/>
            <ac:spMk id="23" creationId="{48CC42B2-BC19-4368-96EB-3261C6611A02}"/>
          </ac:spMkLst>
        </pc:spChg>
        <pc:spChg chg="add mod">
          <ac:chgData name="Mark Trudgen" userId="df60b22a-be4c-46b8-9f7f-6314daa050fd" providerId="ADAL" clId="{62456035-60B4-49E2-BE6D-85E319504C82}" dt="2025-12-10T15:15:07.435" v="1667" actId="1076"/>
          <ac:spMkLst>
            <pc:docMk/>
            <pc:sldMk cId="3139883266" sldId="267"/>
            <ac:spMk id="24" creationId="{684B29B9-6590-4EED-9FB0-6077A6412471}"/>
          </ac:spMkLst>
        </pc:spChg>
        <pc:spChg chg="add mod">
          <ac:chgData name="Mark Trudgen" userId="df60b22a-be4c-46b8-9f7f-6314daa050fd" providerId="ADAL" clId="{62456035-60B4-49E2-BE6D-85E319504C82}" dt="2025-12-10T15:15:28.187" v="1677" actId="14100"/>
          <ac:spMkLst>
            <pc:docMk/>
            <pc:sldMk cId="3139883266" sldId="267"/>
            <ac:spMk id="25" creationId="{C13ED81D-371C-481F-951B-03DBF9DA3F8B}"/>
          </ac:spMkLst>
        </pc:spChg>
        <pc:spChg chg="add mod">
          <ac:chgData name="Mark Trudgen" userId="df60b22a-be4c-46b8-9f7f-6314daa050fd" providerId="ADAL" clId="{62456035-60B4-49E2-BE6D-85E319504C82}" dt="2025-12-10T15:15:31.883" v="1678" actId="14100"/>
          <ac:spMkLst>
            <pc:docMk/>
            <pc:sldMk cId="3139883266" sldId="267"/>
            <ac:spMk id="26" creationId="{3676D7BA-853F-4AC1-9D19-5F0ACF818D1B}"/>
          </ac:spMkLst>
        </pc:spChg>
        <pc:spChg chg="mod">
          <ac:chgData name="Mark Trudgen" userId="df60b22a-be4c-46b8-9f7f-6314daa050fd" providerId="ADAL" clId="{62456035-60B4-49E2-BE6D-85E319504C82}" dt="2025-12-10T15:15:46.319" v="1680"/>
          <ac:spMkLst>
            <pc:docMk/>
            <pc:sldMk cId="3139883266" sldId="267"/>
            <ac:spMk id="28" creationId="{AEBA94A3-CCD2-41D2-B93C-D4482F55C865}"/>
          </ac:spMkLst>
        </pc:spChg>
        <pc:spChg chg="mod">
          <ac:chgData name="Mark Trudgen" userId="df60b22a-be4c-46b8-9f7f-6314daa050fd" providerId="ADAL" clId="{62456035-60B4-49E2-BE6D-85E319504C82}" dt="2025-12-10T15:15:46.319" v="1680"/>
          <ac:spMkLst>
            <pc:docMk/>
            <pc:sldMk cId="3139883266" sldId="267"/>
            <ac:spMk id="29" creationId="{D7F9592A-E511-4AEF-B288-316F9F063B36}"/>
          </ac:spMkLst>
        </pc:spChg>
        <pc:spChg chg="add mod">
          <ac:chgData name="Mark Trudgen" userId="df60b22a-be4c-46b8-9f7f-6314daa050fd" providerId="ADAL" clId="{62456035-60B4-49E2-BE6D-85E319504C82}" dt="2025-12-10T15:18:01.553" v="1845" actId="14100"/>
          <ac:spMkLst>
            <pc:docMk/>
            <pc:sldMk cId="3139883266" sldId="267"/>
            <ac:spMk id="30" creationId="{7769E373-F235-4554-A935-731D84436DCF}"/>
          </ac:spMkLst>
        </pc:spChg>
        <pc:spChg chg="add mod">
          <ac:chgData name="Mark Trudgen" userId="df60b22a-be4c-46b8-9f7f-6314daa050fd" providerId="ADAL" clId="{62456035-60B4-49E2-BE6D-85E319504C82}" dt="2025-12-10T15:17:58.301" v="1843" actId="1076"/>
          <ac:spMkLst>
            <pc:docMk/>
            <pc:sldMk cId="3139883266" sldId="267"/>
            <ac:spMk id="31" creationId="{4AAB5983-9F9C-4D0E-A721-985A2795172A}"/>
          </ac:spMkLst>
        </pc:spChg>
        <pc:spChg chg="add mod">
          <ac:chgData name="Mark Trudgen" userId="df60b22a-be4c-46b8-9f7f-6314daa050fd" providerId="ADAL" clId="{62456035-60B4-49E2-BE6D-85E319504C82}" dt="2025-12-10T15:18:09.541" v="1848" actId="1076"/>
          <ac:spMkLst>
            <pc:docMk/>
            <pc:sldMk cId="3139883266" sldId="267"/>
            <ac:spMk id="32" creationId="{04845442-3BD4-446D-B671-E78D4063CEA0}"/>
          </ac:spMkLst>
        </pc:spChg>
        <pc:spChg chg="mod">
          <ac:chgData name="Mark Trudgen" userId="df60b22a-be4c-46b8-9f7f-6314daa050fd" providerId="ADAL" clId="{62456035-60B4-49E2-BE6D-85E319504C82}" dt="2025-12-10T15:17:15.073" v="1835"/>
          <ac:spMkLst>
            <pc:docMk/>
            <pc:sldMk cId="3139883266" sldId="267"/>
            <ac:spMk id="34" creationId="{9D0B7337-178C-4913-BF78-1D56D6C2C806}"/>
          </ac:spMkLst>
        </pc:spChg>
        <pc:spChg chg="mod">
          <ac:chgData name="Mark Trudgen" userId="df60b22a-be4c-46b8-9f7f-6314daa050fd" providerId="ADAL" clId="{62456035-60B4-49E2-BE6D-85E319504C82}" dt="2025-12-10T15:17:15.073" v="1835"/>
          <ac:spMkLst>
            <pc:docMk/>
            <pc:sldMk cId="3139883266" sldId="267"/>
            <ac:spMk id="35" creationId="{BE67E181-7D42-4AC3-9209-371A773498F1}"/>
          </ac:spMkLst>
        </pc:spChg>
        <pc:spChg chg="mod">
          <ac:chgData name="Mark Trudgen" userId="df60b22a-be4c-46b8-9f7f-6314daa050fd" providerId="ADAL" clId="{62456035-60B4-49E2-BE6D-85E319504C82}" dt="2025-12-10T15:17:15.073" v="1835"/>
          <ac:spMkLst>
            <pc:docMk/>
            <pc:sldMk cId="3139883266" sldId="267"/>
            <ac:spMk id="36" creationId="{2C84A5DD-B5CB-42C3-B117-8143B7ECBFC9}"/>
          </ac:spMkLst>
        </pc:spChg>
        <pc:spChg chg="mod">
          <ac:chgData name="Mark Trudgen" userId="df60b22a-be4c-46b8-9f7f-6314daa050fd" providerId="ADAL" clId="{62456035-60B4-49E2-BE6D-85E319504C82}" dt="2025-12-10T15:17:15.073" v="1835"/>
          <ac:spMkLst>
            <pc:docMk/>
            <pc:sldMk cId="3139883266" sldId="267"/>
            <ac:spMk id="37" creationId="{11DB1BF2-01D5-46CE-9EB0-35A04B48D64D}"/>
          </ac:spMkLst>
        </pc:spChg>
        <pc:spChg chg="mod">
          <ac:chgData name="Mark Trudgen" userId="df60b22a-be4c-46b8-9f7f-6314daa050fd" providerId="ADAL" clId="{62456035-60B4-49E2-BE6D-85E319504C82}" dt="2025-12-10T15:17:15.073" v="1835"/>
          <ac:spMkLst>
            <pc:docMk/>
            <pc:sldMk cId="3139883266" sldId="267"/>
            <ac:spMk id="38" creationId="{8FCF2597-D0C9-4D89-A178-3C6C7AA9F3CC}"/>
          </ac:spMkLst>
        </pc:spChg>
        <pc:spChg chg="mod">
          <ac:chgData name="Mark Trudgen" userId="df60b22a-be4c-46b8-9f7f-6314daa050fd" providerId="ADAL" clId="{62456035-60B4-49E2-BE6D-85E319504C82}" dt="2025-12-10T15:17:15.073" v="1835"/>
          <ac:spMkLst>
            <pc:docMk/>
            <pc:sldMk cId="3139883266" sldId="267"/>
            <ac:spMk id="39" creationId="{4BE3176D-CF40-4236-874F-B9C1E73C65F5}"/>
          </ac:spMkLst>
        </pc:spChg>
        <pc:spChg chg="mod">
          <ac:chgData name="Mark Trudgen" userId="df60b22a-be4c-46b8-9f7f-6314daa050fd" providerId="ADAL" clId="{62456035-60B4-49E2-BE6D-85E319504C82}" dt="2025-12-10T15:17:28.146" v="1838" actId="1076"/>
          <ac:spMkLst>
            <pc:docMk/>
            <pc:sldMk cId="3139883266" sldId="267"/>
            <ac:spMk id="41" creationId="{5A197E23-34F6-4A8B-9D90-82FF51EC76E5}"/>
          </ac:spMkLst>
        </pc:spChg>
        <pc:spChg chg="mod">
          <ac:chgData name="Mark Trudgen" userId="df60b22a-be4c-46b8-9f7f-6314daa050fd" providerId="ADAL" clId="{62456035-60B4-49E2-BE6D-85E319504C82}" dt="2025-12-10T15:17:28.146" v="1838" actId="1076"/>
          <ac:spMkLst>
            <pc:docMk/>
            <pc:sldMk cId="3139883266" sldId="267"/>
            <ac:spMk id="42" creationId="{90BE472C-DB6D-4A63-B05E-1716DF193054}"/>
          </ac:spMkLst>
        </pc:spChg>
        <pc:spChg chg="mod">
          <ac:chgData name="Mark Trudgen" userId="df60b22a-be4c-46b8-9f7f-6314daa050fd" providerId="ADAL" clId="{62456035-60B4-49E2-BE6D-85E319504C82}" dt="2025-12-10T15:17:28.146" v="1838" actId="1076"/>
          <ac:spMkLst>
            <pc:docMk/>
            <pc:sldMk cId="3139883266" sldId="267"/>
            <ac:spMk id="43" creationId="{84F2796B-6AAD-4AAD-81A7-B6E894B18577}"/>
          </ac:spMkLst>
        </pc:spChg>
        <pc:spChg chg="mod">
          <ac:chgData name="Mark Trudgen" userId="df60b22a-be4c-46b8-9f7f-6314daa050fd" providerId="ADAL" clId="{62456035-60B4-49E2-BE6D-85E319504C82}" dt="2025-12-10T15:17:28.146" v="1838" actId="1076"/>
          <ac:spMkLst>
            <pc:docMk/>
            <pc:sldMk cId="3139883266" sldId="267"/>
            <ac:spMk id="44" creationId="{CF901BA9-3F9F-4295-895C-D6B7E71982A4}"/>
          </ac:spMkLst>
        </pc:spChg>
        <pc:spChg chg="mod">
          <ac:chgData name="Mark Trudgen" userId="df60b22a-be4c-46b8-9f7f-6314daa050fd" providerId="ADAL" clId="{62456035-60B4-49E2-BE6D-85E319504C82}" dt="2025-12-10T15:17:28.146" v="1838" actId="1076"/>
          <ac:spMkLst>
            <pc:docMk/>
            <pc:sldMk cId="3139883266" sldId="267"/>
            <ac:spMk id="45" creationId="{E4187405-DB02-4059-AE1B-D7EECF047E31}"/>
          </ac:spMkLst>
        </pc:spChg>
        <pc:spChg chg="mod">
          <ac:chgData name="Mark Trudgen" userId="df60b22a-be4c-46b8-9f7f-6314daa050fd" providerId="ADAL" clId="{62456035-60B4-49E2-BE6D-85E319504C82}" dt="2025-12-10T15:17:28.146" v="1838" actId="1076"/>
          <ac:spMkLst>
            <pc:docMk/>
            <pc:sldMk cId="3139883266" sldId="267"/>
            <ac:spMk id="46" creationId="{4AA518ED-A225-41E6-AD5C-5FF5961CD4E9}"/>
          </ac:spMkLst>
        </pc:spChg>
        <pc:grpChg chg="add mod">
          <ac:chgData name="Mark Trudgen" userId="df60b22a-be4c-46b8-9f7f-6314daa050fd" providerId="ADAL" clId="{62456035-60B4-49E2-BE6D-85E319504C82}" dt="2025-12-10T15:12:06.604" v="1478"/>
          <ac:grpSpMkLst>
            <pc:docMk/>
            <pc:sldMk cId="3139883266" sldId="267"/>
            <ac:grpSpMk id="5" creationId="{89E67D51-014C-4A1C-834E-E99CC3DFCB0C}"/>
          </ac:grpSpMkLst>
        </pc:grpChg>
        <pc:grpChg chg="add mod">
          <ac:chgData name="Mark Trudgen" userId="df60b22a-be4c-46b8-9f7f-6314daa050fd" providerId="ADAL" clId="{62456035-60B4-49E2-BE6D-85E319504C82}" dt="2025-12-10T15:15:44.851" v="1679" actId="1076"/>
          <ac:grpSpMkLst>
            <pc:docMk/>
            <pc:sldMk cId="3139883266" sldId="267"/>
            <ac:grpSpMk id="18" creationId="{BEA2378B-E6A1-4E61-871C-E02B09165022}"/>
          </ac:grpSpMkLst>
        </pc:grpChg>
        <pc:grpChg chg="add del mod">
          <ac:chgData name="Mark Trudgen" userId="df60b22a-be4c-46b8-9f7f-6314daa050fd" providerId="ADAL" clId="{62456035-60B4-49E2-BE6D-85E319504C82}" dt="2025-12-10T15:15:55.162" v="1685" actId="478"/>
          <ac:grpSpMkLst>
            <pc:docMk/>
            <pc:sldMk cId="3139883266" sldId="267"/>
            <ac:grpSpMk id="27" creationId="{637538E3-9911-4964-BB25-85BE11F83A20}"/>
          </ac:grpSpMkLst>
        </pc:grpChg>
        <pc:grpChg chg="add del mod">
          <ac:chgData name="Mark Trudgen" userId="df60b22a-be4c-46b8-9f7f-6314daa050fd" providerId="ADAL" clId="{62456035-60B4-49E2-BE6D-85E319504C82}" dt="2025-12-10T15:17:16.534" v="1836" actId="478"/>
          <ac:grpSpMkLst>
            <pc:docMk/>
            <pc:sldMk cId="3139883266" sldId="267"/>
            <ac:grpSpMk id="33" creationId="{7E87F448-1474-47E5-A6AD-B44B24B65487}"/>
          </ac:grpSpMkLst>
        </pc:grpChg>
        <pc:grpChg chg="add mod">
          <ac:chgData name="Mark Trudgen" userId="df60b22a-be4c-46b8-9f7f-6314daa050fd" providerId="ADAL" clId="{62456035-60B4-49E2-BE6D-85E319504C82}" dt="2025-12-10T15:17:28.146" v="1838" actId="1076"/>
          <ac:grpSpMkLst>
            <pc:docMk/>
            <pc:sldMk cId="3139883266" sldId="267"/>
            <ac:grpSpMk id="40" creationId="{6128A6F1-FCA6-4D2A-BECE-58FEF725C18E}"/>
          </ac:grpSpMkLst>
        </pc:grpChg>
        <pc:cxnChg chg="add mod">
          <ac:chgData name="Mark Trudgen" userId="df60b22a-be4c-46b8-9f7f-6314daa050fd" providerId="ADAL" clId="{62456035-60B4-49E2-BE6D-85E319504C82}" dt="2025-12-10T15:18:06.673" v="1847" actId="14100"/>
          <ac:cxnSpMkLst>
            <pc:docMk/>
            <pc:sldMk cId="3139883266" sldId="267"/>
            <ac:cxnSpMk id="22" creationId="{69F85FA0-9552-49B5-83C6-EBB271057EF1}"/>
          </ac:cxnSpMkLst>
        </pc:cxnChg>
      </pc:sldChg>
      <pc:sldChg chg="addSp delSp modSp mod">
        <pc:chgData name="Mark Trudgen" userId="df60b22a-be4c-46b8-9f7f-6314daa050fd" providerId="ADAL" clId="{62456035-60B4-49E2-BE6D-85E319504C82}" dt="2025-12-10T15:25:19.903" v="2196" actId="20577"/>
        <pc:sldMkLst>
          <pc:docMk/>
          <pc:sldMk cId="2817152655" sldId="268"/>
        </pc:sldMkLst>
        <pc:spChg chg="mod">
          <ac:chgData name="Mark Trudgen" userId="df60b22a-be4c-46b8-9f7f-6314daa050fd" providerId="ADAL" clId="{62456035-60B4-49E2-BE6D-85E319504C82}" dt="2025-12-10T15:25:19.903" v="2196" actId="20577"/>
          <ac:spMkLst>
            <pc:docMk/>
            <pc:sldMk cId="2817152655" sldId="268"/>
            <ac:spMk id="2" creationId="{B7076038-8899-4BD4-87ED-255C1B67C864}"/>
          </ac:spMkLst>
        </pc:spChg>
        <pc:spChg chg="mod">
          <ac:chgData name="Mark Trudgen" userId="df60b22a-be4c-46b8-9f7f-6314daa050fd" providerId="ADAL" clId="{62456035-60B4-49E2-BE6D-85E319504C82}" dt="2025-12-10T15:21:16.420" v="2065" actId="20577"/>
          <ac:spMkLst>
            <pc:docMk/>
            <pc:sldMk cId="2817152655" sldId="268"/>
            <ac:spMk id="3" creationId="{310B7DD8-1704-44EB-8FA2-BE07EDE21349}"/>
          </ac:spMkLst>
        </pc:spChg>
        <pc:spChg chg="add del">
          <ac:chgData name="Mark Trudgen" userId="df60b22a-be4c-46b8-9f7f-6314daa050fd" providerId="ADAL" clId="{62456035-60B4-49E2-BE6D-85E319504C82}" dt="2025-12-10T15:19:29.387" v="1945" actId="22"/>
          <ac:spMkLst>
            <pc:docMk/>
            <pc:sldMk cId="2817152655" sldId="268"/>
            <ac:spMk id="6" creationId="{202B1E3B-5507-42AF-8458-6F5203047D42}"/>
          </ac:spMkLst>
        </pc:spChg>
        <pc:spChg chg="add mod">
          <ac:chgData name="Mark Trudgen" userId="df60b22a-be4c-46b8-9f7f-6314daa050fd" providerId="ADAL" clId="{62456035-60B4-49E2-BE6D-85E319504C82}" dt="2025-12-10T15:19:37.903" v="1950" actId="6549"/>
          <ac:spMkLst>
            <pc:docMk/>
            <pc:sldMk cId="2817152655" sldId="268"/>
            <ac:spMk id="8" creationId="{C6261F33-776D-4F4E-B05F-0271781F4429}"/>
          </ac:spMkLst>
        </pc:spChg>
        <pc:spChg chg="add mod">
          <ac:chgData name="Mark Trudgen" userId="df60b22a-be4c-46b8-9f7f-6314daa050fd" providerId="ADAL" clId="{62456035-60B4-49E2-BE6D-85E319504C82}" dt="2025-12-10T15:20:47.228" v="2007" actId="1076"/>
          <ac:spMkLst>
            <pc:docMk/>
            <pc:sldMk cId="2817152655" sldId="268"/>
            <ac:spMk id="9" creationId="{EE145D5A-3514-446C-BFF1-D556073A4111}"/>
          </ac:spMkLst>
        </pc:spChg>
        <pc:spChg chg="mod">
          <ac:chgData name="Mark Trudgen" userId="df60b22a-be4c-46b8-9f7f-6314daa050fd" providerId="ADAL" clId="{62456035-60B4-49E2-BE6D-85E319504C82}" dt="2025-12-10T15:20:04.520" v="1954"/>
          <ac:spMkLst>
            <pc:docMk/>
            <pc:sldMk cId="2817152655" sldId="268"/>
            <ac:spMk id="12" creationId="{F282590D-03CB-4B82-8341-82F447C77101}"/>
          </ac:spMkLst>
        </pc:spChg>
        <pc:spChg chg="mod">
          <ac:chgData name="Mark Trudgen" userId="df60b22a-be4c-46b8-9f7f-6314daa050fd" providerId="ADAL" clId="{62456035-60B4-49E2-BE6D-85E319504C82}" dt="2025-12-10T15:20:04.520" v="1954"/>
          <ac:spMkLst>
            <pc:docMk/>
            <pc:sldMk cId="2817152655" sldId="268"/>
            <ac:spMk id="13" creationId="{9EBD7ADB-64B1-4B61-888F-935DF8F91128}"/>
          </ac:spMkLst>
        </pc:spChg>
        <pc:grpChg chg="add mod">
          <ac:chgData name="Mark Trudgen" userId="df60b22a-be4c-46b8-9f7f-6314daa050fd" providerId="ADAL" clId="{62456035-60B4-49E2-BE6D-85E319504C82}" dt="2025-12-10T15:20:14.800" v="1959" actId="1076"/>
          <ac:grpSpMkLst>
            <pc:docMk/>
            <pc:sldMk cId="2817152655" sldId="268"/>
            <ac:grpSpMk id="11" creationId="{BC7CE223-14EA-4719-A291-569CBBED80C0}"/>
          </ac:grpSpMkLst>
        </pc:grpChg>
        <pc:picChg chg="add mod">
          <ac:chgData name="Mark Trudgen" userId="df60b22a-be4c-46b8-9f7f-6314daa050fd" providerId="ADAL" clId="{62456035-60B4-49E2-BE6D-85E319504C82}" dt="2025-12-10T15:20:07.251" v="1956" actId="1076"/>
          <ac:picMkLst>
            <pc:docMk/>
            <pc:sldMk cId="2817152655" sldId="268"/>
            <ac:picMk id="4" creationId="{84D16955-153C-495C-B644-25C602614098}"/>
          </ac:picMkLst>
        </pc:picChg>
        <pc:picChg chg="add mod">
          <ac:chgData name="Mark Trudgen" userId="df60b22a-be4c-46b8-9f7f-6314daa050fd" providerId="ADAL" clId="{62456035-60B4-49E2-BE6D-85E319504C82}" dt="2025-12-10T15:20:27.276" v="1966" actId="571"/>
          <ac:picMkLst>
            <pc:docMk/>
            <pc:sldMk cId="2817152655" sldId="268"/>
            <ac:picMk id="17" creationId="{E3D5F10B-C1F8-4B29-9052-117BC5AFFF35}"/>
          </ac:picMkLst>
        </pc:picChg>
        <pc:cxnChg chg="add mod">
          <ac:chgData name="Mark Trudgen" userId="df60b22a-be4c-46b8-9f7f-6314daa050fd" providerId="ADAL" clId="{62456035-60B4-49E2-BE6D-85E319504C82}" dt="2025-12-10T15:19:52.228" v="1952" actId="1076"/>
          <ac:cxnSpMkLst>
            <pc:docMk/>
            <pc:sldMk cId="2817152655" sldId="268"/>
            <ac:cxnSpMk id="10" creationId="{E1C563C5-7154-474E-8052-4EF6442951EE}"/>
          </ac:cxnSpMkLst>
        </pc:cxnChg>
        <pc:cxnChg chg="add mod">
          <ac:chgData name="Mark Trudgen" userId="df60b22a-be4c-46b8-9f7f-6314daa050fd" providerId="ADAL" clId="{62456035-60B4-49E2-BE6D-85E319504C82}" dt="2025-12-10T15:20:21.513" v="1962" actId="1076"/>
          <ac:cxnSpMkLst>
            <pc:docMk/>
            <pc:sldMk cId="2817152655" sldId="268"/>
            <ac:cxnSpMk id="14" creationId="{25143935-D365-4FB5-9167-3176117B6B95}"/>
          </ac:cxnSpMkLst>
        </pc:cxnChg>
        <pc:cxnChg chg="add mod">
          <ac:chgData name="Mark Trudgen" userId="df60b22a-be4c-46b8-9f7f-6314daa050fd" providerId="ADAL" clId="{62456035-60B4-49E2-BE6D-85E319504C82}" dt="2025-12-10T15:20:29.842" v="1967" actId="14100"/>
          <ac:cxnSpMkLst>
            <pc:docMk/>
            <pc:sldMk cId="2817152655" sldId="268"/>
            <ac:cxnSpMk id="16" creationId="{58D5E704-0D44-444C-A718-DA35579E2E7C}"/>
          </ac:cxnSpMkLst>
        </pc:cxnChg>
        <pc:cxnChg chg="add mod">
          <ac:chgData name="Mark Trudgen" userId="df60b22a-be4c-46b8-9f7f-6314daa050fd" providerId="ADAL" clId="{62456035-60B4-49E2-BE6D-85E319504C82}" dt="2025-12-10T15:20:34.861" v="1970" actId="14100"/>
          <ac:cxnSpMkLst>
            <pc:docMk/>
            <pc:sldMk cId="2817152655" sldId="268"/>
            <ac:cxnSpMk id="19" creationId="{83F273D4-4639-4EC7-A9F5-AA544452CB2A}"/>
          </ac:cxnSpMkLst>
        </pc:cxnChg>
      </pc:sldChg>
      <pc:sldChg chg="new del">
        <pc:chgData name="Mark Trudgen" userId="df60b22a-be4c-46b8-9f7f-6314daa050fd" providerId="ADAL" clId="{62456035-60B4-49E2-BE6D-85E319504C82}" dt="2025-12-10T15:13:17.365" v="1524" actId="47"/>
        <pc:sldMkLst>
          <pc:docMk/>
          <pc:sldMk cId="192765759" sldId="270"/>
        </pc:sldMkLst>
      </pc:sldChg>
      <pc:sldChg chg="addSp delSp modSp add mod">
        <pc:chgData name="Mark Trudgen" userId="df60b22a-be4c-46b8-9f7f-6314daa050fd" providerId="ADAL" clId="{62456035-60B4-49E2-BE6D-85E319504C82}" dt="2025-12-10T15:14:19.799" v="1652" actId="14100"/>
        <pc:sldMkLst>
          <pc:docMk/>
          <pc:sldMk cId="1399489855" sldId="271"/>
        </pc:sldMkLst>
        <pc:spChg chg="del">
          <ac:chgData name="Mark Trudgen" userId="df60b22a-be4c-46b8-9f7f-6314daa050fd" providerId="ADAL" clId="{62456035-60B4-49E2-BE6D-85E319504C82}" dt="2025-12-10T15:14:09.913" v="1647" actId="478"/>
          <ac:spMkLst>
            <pc:docMk/>
            <pc:sldMk cId="1399489855" sldId="271"/>
            <ac:spMk id="23" creationId="{8DAEE2C0-9BD8-4763-A644-1C3424E417C5}"/>
          </ac:spMkLst>
        </pc:spChg>
        <pc:spChg chg="mod">
          <ac:chgData name="Mark Trudgen" userId="df60b22a-be4c-46b8-9f7f-6314daa050fd" providerId="ADAL" clId="{62456035-60B4-49E2-BE6D-85E319504C82}" dt="2025-12-10T15:14:02.535" v="1644" actId="14100"/>
          <ac:spMkLst>
            <pc:docMk/>
            <pc:sldMk cId="1399489855" sldId="271"/>
            <ac:spMk id="24" creationId="{8D1DFFEB-2AA8-497D-8B15-10B4F599C48D}"/>
          </ac:spMkLst>
        </pc:spChg>
        <pc:spChg chg="del">
          <ac:chgData name="Mark Trudgen" userId="df60b22a-be4c-46b8-9f7f-6314daa050fd" providerId="ADAL" clId="{62456035-60B4-49E2-BE6D-85E319504C82}" dt="2025-12-10T15:14:11.770" v="1648" actId="478"/>
          <ac:spMkLst>
            <pc:docMk/>
            <pc:sldMk cId="1399489855" sldId="271"/>
            <ac:spMk id="33" creationId="{F8433D18-BAE2-4CBD-89F0-CD03E547337E}"/>
          </ac:spMkLst>
        </pc:spChg>
        <pc:cxnChg chg="del mod">
          <ac:chgData name="Mark Trudgen" userId="df60b22a-be4c-46b8-9f7f-6314daa050fd" providerId="ADAL" clId="{62456035-60B4-49E2-BE6D-85E319504C82}" dt="2025-12-10T15:14:06.594" v="1646" actId="478"/>
          <ac:cxnSpMkLst>
            <pc:docMk/>
            <pc:sldMk cId="1399489855" sldId="271"/>
            <ac:cxnSpMk id="21" creationId="{98E08AC5-474A-4FE8-BE37-AA330AADD5C5}"/>
          </ac:cxnSpMkLst>
        </pc:cxnChg>
        <pc:cxnChg chg="add mod">
          <ac:chgData name="Mark Trudgen" userId="df60b22a-be4c-46b8-9f7f-6314daa050fd" providerId="ADAL" clId="{62456035-60B4-49E2-BE6D-85E319504C82}" dt="2025-12-10T15:14:19.799" v="1652" actId="14100"/>
          <ac:cxnSpMkLst>
            <pc:docMk/>
            <pc:sldMk cId="1399489855" sldId="271"/>
            <ac:cxnSpMk id="22" creationId="{77142235-3BF8-4240-845A-1FAA86B87D66}"/>
          </ac:cxnSpMkLst>
        </pc:cxnChg>
        <pc:cxnChg chg="mod">
          <ac:chgData name="Mark Trudgen" userId="df60b22a-be4c-46b8-9f7f-6314daa050fd" providerId="ADAL" clId="{62456035-60B4-49E2-BE6D-85E319504C82}" dt="2025-12-10T15:13:25.443" v="1525" actId="1076"/>
          <ac:cxnSpMkLst>
            <pc:docMk/>
            <pc:sldMk cId="1399489855" sldId="271"/>
            <ac:cxnSpMk id="25" creationId="{49FDA69F-FCF2-4C18-B489-69F167601AD7}"/>
          </ac:cxnSpMkLst>
        </pc:cxnChg>
        <pc:cxnChg chg="del">
          <ac:chgData name="Mark Trudgen" userId="df60b22a-be4c-46b8-9f7f-6314daa050fd" providerId="ADAL" clId="{62456035-60B4-49E2-BE6D-85E319504C82}" dt="2025-12-10T15:14:12.310" v="1649" actId="478"/>
          <ac:cxnSpMkLst>
            <pc:docMk/>
            <pc:sldMk cId="1399489855" sldId="271"/>
            <ac:cxnSpMk id="29" creationId="{5EA68A9E-3262-41CA-A1E4-C3592E43677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36F6-3EE9-4D66-8DF1-64FECCE49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F746-46BE-49F5-B463-8287BC499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5D1A-1DEB-4809-A9EA-CD2F35A9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8FF00-5FDD-4921-92AC-DAEB7197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5F65F-9950-46AA-B99C-8C42B7858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77EA-E81C-46E9-95C6-C8D510D2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DB43E-F90D-4E84-9DFF-FD0E5FBBF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E73B1-77ED-4284-A010-E9A6612A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D4157-5313-4AAA-9E6E-4F4ACB58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BAAA-4E79-4FC6-9902-E7869041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2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34BF-DC94-4411-B430-58BCAE9A3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EC73B-A94E-46D1-9E6F-9D8B4FD9D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F0559-4C35-49B0-B2DB-14C597BC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C1826-589E-48F9-B056-2DC04E84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34FE4-E2A6-45E9-AF42-42FEE72F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0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5A1-864A-493D-974F-70480F95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A9DDE-9613-43F7-87FA-251160890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8B412-B26C-4798-8F96-8DD15BF2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C2914-2B0A-46C5-84D8-616AE2E84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15422-57DB-4519-97B7-3171FE7A6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A8E0A-A42C-448D-AEE4-B33221B6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8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4216-5BB8-4269-8555-4ACFC1460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D46E9-A2DE-451D-9BEE-3F3C824D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8C700-416A-4BE3-98CB-E4B57016D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A4497-980D-485F-A385-FA491CE79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3B3B80-5D36-4959-A1FC-95CAB104C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BD413-4C85-49C8-BCB4-818552CE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72A3D-1491-4E52-B4F7-97BD8BB4F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1C48E-8423-4135-BAFD-FCEE10C9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7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0F1CA-DF9F-4250-9F13-E0293C18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D1690-EC51-480D-B481-E0736CC3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5DBD8-3237-4ADD-B1BC-055A7A7E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EE90C-FB26-4113-B842-5B548993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79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D7AE3-54F5-459D-8CD0-95835B1A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79047-438B-425D-A5F0-90E7A9CEB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90EB6-943A-44EC-804D-DDE8FD54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3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02CC-43E2-486E-A5D2-85669665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F4D40-3A58-4592-AAAC-CE7FFF436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B248-1308-404D-B44B-99BEB634E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FFBBB-91B4-4A69-92D4-160FAA4A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D90CF-89C9-4F3A-9DDC-2FC1DBA3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6B40A-3B46-4BFD-932E-EC72DA8B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0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52F30-BB2B-4B04-A2BD-BB12BEF79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4B27D-BA5F-4BC5-985E-A3012C61B3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4EBED-8414-41FA-893B-DAE27B6E5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05EF9-E0DB-4618-AFD1-73969306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C828-4B87-43A9-8207-863AA41E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5103B-2136-4CF9-BCA7-2928AE78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7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80E1-EC67-457A-9AA4-15DDA547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D5725-4349-42CA-91C2-20A1E1A6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D2456-13B6-4E57-8764-6482183D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FA4A9-BD0F-4254-B98E-394C5163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4878B-E3E2-408D-B9F1-2E328697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9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153B0-85FE-4103-A824-DC99BA8B8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3CD15-6DBD-485F-A31A-91E4AECB3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9620F-41B1-4BE4-8DE2-22B51CC4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D130-81A2-4EEB-9D9B-E8C840E7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CD97-E331-4875-A6EC-3F6BFCA4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2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E1615-2C82-43A3-AD2B-9FD6BBB7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B2252-723D-4018-A25B-8322A474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52E04-848C-4824-A167-8C85CD62A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EFF6E-5E64-4DF1-8D69-C022AA4BE38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10943-22FD-4A79-9E2A-12F061B35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8D272-E8E7-46FE-8688-DD89084FF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9FF1F-CFA3-4F10-BAAA-658518DAC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42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jameco.com/z/LM334Z-LT65-5201--Linear-Technology-IC-LM334Z-LT65-5201-1-to-40V-10mA-Adjustable-Current-Sources-Cut-Tape_23739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C74F-DCAA-4D5A-B0F6-1FF3FBCBA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Circuits Concept Builder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A33CA-6FE4-4721-8EE8-A1E0495357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5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99CEEB4-315E-48DA-A007-C4D658B2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7167"/>
            <a:ext cx="5296639" cy="46297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FF2478-50EE-45CA-9BD3-D706EE70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C57F2-A528-4629-B067-402FAD9E8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835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PCB board will be powered by a single battery</a:t>
            </a:r>
          </a:p>
          <a:p>
            <a:r>
              <a:rPr lang="en-US" dirty="0"/>
              <a:t>Size is ~4x8” so that it can be housed inside a off the shelf DIY supply case.  </a:t>
            </a:r>
          </a:p>
          <a:p>
            <a:pPr lvl="1"/>
            <a:r>
              <a:rPr lang="en-US" dirty="0"/>
              <a:t>Case will provide protection against the elements</a:t>
            </a:r>
          </a:p>
          <a:p>
            <a:pPr lvl="1"/>
            <a:r>
              <a:rPr lang="en-US" dirty="0"/>
              <a:t>Allow for stacking and protect from shorts in the circuit</a:t>
            </a:r>
          </a:p>
          <a:p>
            <a:pPr lvl="1"/>
            <a:r>
              <a:rPr lang="en-US" dirty="0"/>
              <a:t>PCB can be hot glued to the case</a:t>
            </a:r>
          </a:p>
          <a:p>
            <a:r>
              <a:rPr lang="en-US" dirty="0"/>
              <a:t>Focus of the circuits will be on fundamental concepts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317C92-4AE3-4084-BC67-4BB439A40565}"/>
              </a:ext>
            </a:extLst>
          </p:cNvPr>
          <p:cNvGrpSpPr/>
          <p:nvPr/>
        </p:nvGrpSpPr>
        <p:grpSpPr>
          <a:xfrm rot="1244959">
            <a:off x="6712442" y="3811867"/>
            <a:ext cx="3584310" cy="1380255"/>
            <a:chOff x="1934680" y="1690689"/>
            <a:chExt cx="8046714" cy="31378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D586A3-7F33-41B2-AAB2-26D631612C28}"/>
                </a:ext>
              </a:extLst>
            </p:cNvPr>
            <p:cNvSpPr/>
            <p:nvPr/>
          </p:nvSpPr>
          <p:spPr>
            <a:xfrm>
              <a:off x="1934680" y="1690689"/>
              <a:ext cx="8046714" cy="313783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121E55-8CA2-404A-9256-5F70365AA2A2}"/>
                </a:ext>
              </a:extLst>
            </p:cNvPr>
            <p:cNvSpPr/>
            <p:nvPr/>
          </p:nvSpPr>
          <p:spPr>
            <a:xfrm>
              <a:off x="2196168" y="1859372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B183EB-2862-4F55-9E1C-3207E315E04D}"/>
                </a:ext>
              </a:extLst>
            </p:cNvPr>
            <p:cNvSpPr/>
            <p:nvPr/>
          </p:nvSpPr>
          <p:spPr>
            <a:xfrm>
              <a:off x="4100353" y="1859372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ADC1C3F-82B5-4AE2-821D-BD32116B3B15}"/>
                </a:ext>
              </a:extLst>
            </p:cNvPr>
            <p:cNvSpPr/>
            <p:nvPr/>
          </p:nvSpPr>
          <p:spPr>
            <a:xfrm>
              <a:off x="6018975" y="1859372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2A8946-45D9-4C91-8B35-37AFF81C8D6C}"/>
                </a:ext>
              </a:extLst>
            </p:cNvPr>
            <p:cNvSpPr/>
            <p:nvPr/>
          </p:nvSpPr>
          <p:spPr>
            <a:xfrm>
              <a:off x="8000184" y="1859371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2456AFE-E445-4C5C-A27A-5FD86422DB16}"/>
                </a:ext>
              </a:extLst>
            </p:cNvPr>
            <p:cNvSpPr/>
            <p:nvPr/>
          </p:nvSpPr>
          <p:spPr>
            <a:xfrm>
              <a:off x="2202213" y="3222838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169E82-809F-4C75-A419-B62BBB87C625}"/>
                </a:ext>
              </a:extLst>
            </p:cNvPr>
            <p:cNvSpPr/>
            <p:nvPr/>
          </p:nvSpPr>
          <p:spPr>
            <a:xfrm>
              <a:off x="4106398" y="3222838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811A72-3974-4E33-8A24-29657115EB43}"/>
                </a:ext>
              </a:extLst>
            </p:cNvPr>
            <p:cNvSpPr/>
            <p:nvPr/>
          </p:nvSpPr>
          <p:spPr>
            <a:xfrm>
              <a:off x="6025020" y="3222838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3DCBB8-36AA-42B3-B139-E75120150D8D}"/>
                </a:ext>
              </a:extLst>
            </p:cNvPr>
            <p:cNvSpPr/>
            <p:nvPr/>
          </p:nvSpPr>
          <p:spPr>
            <a:xfrm>
              <a:off x="8006229" y="3222837"/>
              <a:ext cx="1684422" cy="1194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836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67A3-A6BE-482F-BE82-E567459B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Board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BA804-160E-4A7C-B622-3CF88DCFCA1F}"/>
              </a:ext>
            </a:extLst>
          </p:cNvPr>
          <p:cNvSpPr/>
          <p:nvPr/>
        </p:nvSpPr>
        <p:spPr>
          <a:xfrm>
            <a:off x="1934680" y="1690689"/>
            <a:ext cx="8046714" cy="31378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7C2A33-CD32-43D8-AD5A-5D23BC58ACD5}"/>
              </a:ext>
            </a:extLst>
          </p:cNvPr>
          <p:cNvCxnSpPr/>
          <p:nvPr/>
        </p:nvCxnSpPr>
        <p:spPr>
          <a:xfrm>
            <a:off x="10481912" y="1690689"/>
            <a:ext cx="0" cy="313783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39A178-515D-4AD8-BE8F-86389D4BA692}"/>
              </a:ext>
            </a:extLst>
          </p:cNvPr>
          <p:cNvSpPr txBox="1"/>
          <p:nvPr/>
        </p:nvSpPr>
        <p:spPr>
          <a:xfrm>
            <a:off x="10740987" y="287073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3.8”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2ECE28-CCBD-48EF-90CF-611A19423492}"/>
              </a:ext>
            </a:extLst>
          </p:cNvPr>
          <p:cNvCxnSpPr>
            <a:cxnSpLocks/>
          </p:cNvCxnSpPr>
          <p:nvPr/>
        </p:nvCxnSpPr>
        <p:spPr>
          <a:xfrm>
            <a:off x="1857676" y="5245768"/>
            <a:ext cx="812371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15B478-CBF6-4E1E-BCDC-5A1AFB9359A3}"/>
              </a:ext>
            </a:extLst>
          </p:cNvPr>
          <p:cNvSpPr txBox="1"/>
          <p:nvPr/>
        </p:nvSpPr>
        <p:spPr>
          <a:xfrm>
            <a:off x="5958037" y="547834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6.8”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89451-4FCD-44AE-8CC2-BBDA0794D4C7}"/>
              </a:ext>
            </a:extLst>
          </p:cNvPr>
          <p:cNvSpPr/>
          <p:nvPr/>
        </p:nvSpPr>
        <p:spPr>
          <a:xfrm>
            <a:off x="4100353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695F3-74E0-424F-A378-960AF9A81CF2}"/>
              </a:ext>
            </a:extLst>
          </p:cNvPr>
          <p:cNvSpPr/>
          <p:nvPr/>
        </p:nvSpPr>
        <p:spPr>
          <a:xfrm>
            <a:off x="6018975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F4E5E0-BAC9-438A-B9AD-B673A6FEFFF3}"/>
              </a:ext>
            </a:extLst>
          </p:cNvPr>
          <p:cNvSpPr/>
          <p:nvPr/>
        </p:nvSpPr>
        <p:spPr>
          <a:xfrm>
            <a:off x="8000184" y="1859371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497EB7-F27A-402C-A8A2-7C7B37EAEB6E}"/>
              </a:ext>
            </a:extLst>
          </p:cNvPr>
          <p:cNvSpPr/>
          <p:nvPr/>
        </p:nvSpPr>
        <p:spPr>
          <a:xfrm>
            <a:off x="2202213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71982-13BD-493B-A858-943982D37784}"/>
              </a:ext>
            </a:extLst>
          </p:cNvPr>
          <p:cNvSpPr/>
          <p:nvPr/>
        </p:nvSpPr>
        <p:spPr>
          <a:xfrm>
            <a:off x="4106398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013874-E5EE-4742-9F87-FCED0C8F12DD}"/>
              </a:ext>
            </a:extLst>
          </p:cNvPr>
          <p:cNvSpPr/>
          <p:nvPr/>
        </p:nvSpPr>
        <p:spPr>
          <a:xfrm>
            <a:off x="6025020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22F5A-F4FE-41BC-BC78-407B573CC2FF}"/>
              </a:ext>
            </a:extLst>
          </p:cNvPr>
          <p:cNvSpPr/>
          <p:nvPr/>
        </p:nvSpPr>
        <p:spPr>
          <a:xfrm>
            <a:off x="8006229" y="3222837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E08AC5-474A-4FE8-BE37-AA330AADD5C5}"/>
              </a:ext>
            </a:extLst>
          </p:cNvPr>
          <p:cNvCxnSpPr>
            <a:cxnSpLocks/>
          </p:cNvCxnSpPr>
          <p:nvPr/>
        </p:nvCxnSpPr>
        <p:spPr>
          <a:xfrm>
            <a:off x="1380422" y="2203709"/>
            <a:ext cx="685002" cy="154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DAEE2C0-9BD8-4763-A644-1C3424E417C5}"/>
              </a:ext>
            </a:extLst>
          </p:cNvPr>
          <p:cNvSpPr txBox="1"/>
          <p:nvPr/>
        </p:nvSpPr>
        <p:spPr>
          <a:xfrm>
            <a:off x="182880" y="1953928"/>
            <a:ext cx="1029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supply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DFFEB-2AA8-497D-8B15-10B4F599C48D}"/>
              </a:ext>
            </a:extLst>
          </p:cNvPr>
          <p:cNvSpPr txBox="1"/>
          <p:nvPr/>
        </p:nvSpPr>
        <p:spPr>
          <a:xfrm>
            <a:off x="7188445" y="875677"/>
            <a:ext cx="186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“Lucky 7” Circuits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FDA69F-FCF2-4C18-B489-69F167601AD7}"/>
              </a:ext>
            </a:extLst>
          </p:cNvPr>
          <p:cNvCxnSpPr>
            <a:cxnSpLocks/>
          </p:cNvCxnSpPr>
          <p:nvPr/>
        </p:nvCxnSpPr>
        <p:spPr>
          <a:xfrm flipH="1">
            <a:off x="5274644" y="1161324"/>
            <a:ext cx="2003644" cy="52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A68A9E-3262-41CA-A1E4-C3592E43677D}"/>
              </a:ext>
            </a:extLst>
          </p:cNvPr>
          <p:cNvCxnSpPr>
            <a:cxnSpLocks/>
          </p:cNvCxnSpPr>
          <p:nvPr/>
        </p:nvCxnSpPr>
        <p:spPr>
          <a:xfrm flipV="1">
            <a:off x="1380422" y="3513222"/>
            <a:ext cx="815746" cy="37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8433D18-BAE2-4CBD-89F0-CD03E547337E}"/>
              </a:ext>
            </a:extLst>
          </p:cNvPr>
          <p:cNvSpPr txBox="1"/>
          <p:nvPr/>
        </p:nvSpPr>
        <p:spPr>
          <a:xfrm>
            <a:off x="160045" y="4048290"/>
            <a:ext cx="1868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circuit will have PADs for multimeter connections</a:t>
            </a:r>
          </a:p>
        </p:txBody>
      </p:sp>
    </p:spTree>
    <p:extLst>
      <p:ext uri="{BB962C8B-B14F-4D97-AF65-F5344CB8AC3E}">
        <p14:creationId xmlns:p14="http://schemas.microsoft.com/office/powerpoint/2010/main" val="8733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67A3-A6BE-482F-BE82-E567459B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Board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BA804-160E-4A7C-B622-3CF88DCFCA1F}"/>
              </a:ext>
            </a:extLst>
          </p:cNvPr>
          <p:cNvSpPr/>
          <p:nvPr/>
        </p:nvSpPr>
        <p:spPr>
          <a:xfrm>
            <a:off x="1934680" y="1690689"/>
            <a:ext cx="8046714" cy="31378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7C2A33-CD32-43D8-AD5A-5D23BC58ACD5}"/>
              </a:ext>
            </a:extLst>
          </p:cNvPr>
          <p:cNvCxnSpPr/>
          <p:nvPr/>
        </p:nvCxnSpPr>
        <p:spPr>
          <a:xfrm>
            <a:off x="10481912" y="1690689"/>
            <a:ext cx="0" cy="313783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39A178-515D-4AD8-BE8F-86389D4BA692}"/>
              </a:ext>
            </a:extLst>
          </p:cNvPr>
          <p:cNvSpPr txBox="1"/>
          <p:nvPr/>
        </p:nvSpPr>
        <p:spPr>
          <a:xfrm>
            <a:off x="10740987" y="287073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2ECE28-CCBD-48EF-90CF-611A19423492}"/>
              </a:ext>
            </a:extLst>
          </p:cNvPr>
          <p:cNvCxnSpPr>
            <a:cxnSpLocks/>
          </p:cNvCxnSpPr>
          <p:nvPr/>
        </p:nvCxnSpPr>
        <p:spPr>
          <a:xfrm>
            <a:off x="1857676" y="5245768"/>
            <a:ext cx="812371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15B478-CBF6-4E1E-BCDC-5A1AFB9359A3}"/>
              </a:ext>
            </a:extLst>
          </p:cNvPr>
          <p:cNvSpPr txBox="1"/>
          <p:nvPr/>
        </p:nvSpPr>
        <p:spPr>
          <a:xfrm>
            <a:off x="5958037" y="547834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D5C5F-6608-4BE5-BC98-6CB601F0D00E}"/>
              </a:ext>
            </a:extLst>
          </p:cNvPr>
          <p:cNvSpPr/>
          <p:nvPr/>
        </p:nvSpPr>
        <p:spPr>
          <a:xfrm>
            <a:off x="2196168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89451-4FCD-44AE-8CC2-BBDA0794D4C7}"/>
              </a:ext>
            </a:extLst>
          </p:cNvPr>
          <p:cNvSpPr/>
          <p:nvPr/>
        </p:nvSpPr>
        <p:spPr>
          <a:xfrm>
            <a:off x="4100353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695F3-74E0-424F-A378-960AF9A81CF2}"/>
              </a:ext>
            </a:extLst>
          </p:cNvPr>
          <p:cNvSpPr/>
          <p:nvPr/>
        </p:nvSpPr>
        <p:spPr>
          <a:xfrm>
            <a:off x="6018975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F4E5E0-BAC9-438A-B9AD-B673A6FEFFF3}"/>
              </a:ext>
            </a:extLst>
          </p:cNvPr>
          <p:cNvSpPr/>
          <p:nvPr/>
        </p:nvSpPr>
        <p:spPr>
          <a:xfrm>
            <a:off x="8000184" y="1859371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497EB7-F27A-402C-A8A2-7C7B37EAEB6E}"/>
              </a:ext>
            </a:extLst>
          </p:cNvPr>
          <p:cNvSpPr/>
          <p:nvPr/>
        </p:nvSpPr>
        <p:spPr>
          <a:xfrm>
            <a:off x="2202213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71982-13BD-493B-A858-943982D37784}"/>
              </a:ext>
            </a:extLst>
          </p:cNvPr>
          <p:cNvSpPr/>
          <p:nvPr/>
        </p:nvSpPr>
        <p:spPr>
          <a:xfrm>
            <a:off x="4106398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013874-E5EE-4742-9F87-FCED0C8F12DD}"/>
              </a:ext>
            </a:extLst>
          </p:cNvPr>
          <p:cNvSpPr/>
          <p:nvPr/>
        </p:nvSpPr>
        <p:spPr>
          <a:xfrm>
            <a:off x="6025020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22F5A-F4FE-41BC-BC78-407B573CC2FF}"/>
              </a:ext>
            </a:extLst>
          </p:cNvPr>
          <p:cNvSpPr/>
          <p:nvPr/>
        </p:nvSpPr>
        <p:spPr>
          <a:xfrm>
            <a:off x="8006229" y="3222837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E08AC5-474A-4FE8-BE37-AA330AADD5C5}"/>
              </a:ext>
            </a:extLst>
          </p:cNvPr>
          <p:cNvCxnSpPr>
            <a:cxnSpLocks/>
          </p:cNvCxnSpPr>
          <p:nvPr/>
        </p:nvCxnSpPr>
        <p:spPr>
          <a:xfrm>
            <a:off x="1380422" y="2203709"/>
            <a:ext cx="685002" cy="154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DAEE2C0-9BD8-4763-A644-1C3424E417C5}"/>
              </a:ext>
            </a:extLst>
          </p:cNvPr>
          <p:cNvSpPr txBox="1"/>
          <p:nvPr/>
        </p:nvSpPr>
        <p:spPr>
          <a:xfrm>
            <a:off x="182880" y="1953928"/>
            <a:ext cx="1029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supply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DFFEB-2AA8-497D-8B15-10B4F599C48D}"/>
              </a:ext>
            </a:extLst>
          </p:cNvPr>
          <p:cNvSpPr txBox="1"/>
          <p:nvPr/>
        </p:nvSpPr>
        <p:spPr>
          <a:xfrm>
            <a:off x="7188445" y="875677"/>
            <a:ext cx="186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“Lucky 7” Circuits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FDA69F-FCF2-4C18-B489-69F167601AD7}"/>
              </a:ext>
            </a:extLst>
          </p:cNvPr>
          <p:cNvCxnSpPr>
            <a:cxnSpLocks/>
          </p:cNvCxnSpPr>
          <p:nvPr/>
        </p:nvCxnSpPr>
        <p:spPr>
          <a:xfrm flipH="1">
            <a:off x="5274644" y="1161324"/>
            <a:ext cx="2003644" cy="52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A68A9E-3262-41CA-A1E4-C3592E43677D}"/>
              </a:ext>
            </a:extLst>
          </p:cNvPr>
          <p:cNvCxnSpPr>
            <a:cxnSpLocks/>
          </p:cNvCxnSpPr>
          <p:nvPr/>
        </p:nvCxnSpPr>
        <p:spPr>
          <a:xfrm flipV="1">
            <a:off x="1380422" y="3513222"/>
            <a:ext cx="815746" cy="373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8433D18-BAE2-4CBD-89F0-CD03E547337E}"/>
              </a:ext>
            </a:extLst>
          </p:cNvPr>
          <p:cNvSpPr txBox="1"/>
          <p:nvPr/>
        </p:nvSpPr>
        <p:spPr>
          <a:xfrm>
            <a:off x="160045" y="4048290"/>
            <a:ext cx="1868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circuit will have PADs for multimeter connections</a:t>
            </a:r>
          </a:p>
        </p:txBody>
      </p:sp>
    </p:spTree>
    <p:extLst>
      <p:ext uri="{BB962C8B-B14F-4D97-AF65-F5344CB8AC3E}">
        <p14:creationId xmlns:p14="http://schemas.microsoft.com/office/powerpoint/2010/main" val="1430437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67A3-A6BE-482F-BE82-E567459B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Board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BA804-160E-4A7C-B622-3CF88DCFCA1F}"/>
              </a:ext>
            </a:extLst>
          </p:cNvPr>
          <p:cNvSpPr/>
          <p:nvPr/>
        </p:nvSpPr>
        <p:spPr>
          <a:xfrm>
            <a:off x="1934680" y="1690689"/>
            <a:ext cx="8046714" cy="31378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37C2A33-CD32-43D8-AD5A-5D23BC58ACD5}"/>
              </a:ext>
            </a:extLst>
          </p:cNvPr>
          <p:cNvCxnSpPr/>
          <p:nvPr/>
        </p:nvCxnSpPr>
        <p:spPr>
          <a:xfrm>
            <a:off x="10481912" y="1690689"/>
            <a:ext cx="0" cy="3137836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39A178-515D-4AD8-BE8F-86389D4BA692}"/>
              </a:ext>
            </a:extLst>
          </p:cNvPr>
          <p:cNvSpPr txBox="1"/>
          <p:nvPr/>
        </p:nvSpPr>
        <p:spPr>
          <a:xfrm>
            <a:off x="10740987" y="2870735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4”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2ECE28-CCBD-48EF-90CF-611A19423492}"/>
              </a:ext>
            </a:extLst>
          </p:cNvPr>
          <p:cNvCxnSpPr>
            <a:cxnSpLocks/>
          </p:cNvCxnSpPr>
          <p:nvPr/>
        </p:nvCxnSpPr>
        <p:spPr>
          <a:xfrm>
            <a:off x="1857676" y="5245768"/>
            <a:ext cx="812371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15B478-CBF6-4E1E-BCDC-5A1AFB9359A3}"/>
              </a:ext>
            </a:extLst>
          </p:cNvPr>
          <p:cNvSpPr txBox="1"/>
          <p:nvPr/>
        </p:nvSpPr>
        <p:spPr>
          <a:xfrm>
            <a:off x="5958037" y="547834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D5C5F-6608-4BE5-BC98-6CB601F0D00E}"/>
              </a:ext>
            </a:extLst>
          </p:cNvPr>
          <p:cNvSpPr/>
          <p:nvPr/>
        </p:nvSpPr>
        <p:spPr>
          <a:xfrm>
            <a:off x="2196168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89451-4FCD-44AE-8CC2-BBDA0794D4C7}"/>
              </a:ext>
            </a:extLst>
          </p:cNvPr>
          <p:cNvSpPr/>
          <p:nvPr/>
        </p:nvSpPr>
        <p:spPr>
          <a:xfrm>
            <a:off x="4100353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695F3-74E0-424F-A378-960AF9A81CF2}"/>
              </a:ext>
            </a:extLst>
          </p:cNvPr>
          <p:cNvSpPr/>
          <p:nvPr/>
        </p:nvSpPr>
        <p:spPr>
          <a:xfrm>
            <a:off x="6018975" y="1859372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F4E5E0-BAC9-438A-B9AD-B673A6FEFFF3}"/>
              </a:ext>
            </a:extLst>
          </p:cNvPr>
          <p:cNvSpPr/>
          <p:nvPr/>
        </p:nvSpPr>
        <p:spPr>
          <a:xfrm>
            <a:off x="8000184" y="1859371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497EB7-F27A-402C-A8A2-7C7B37EAEB6E}"/>
              </a:ext>
            </a:extLst>
          </p:cNvPr>
          <p:cNvSpPr/>
          <p:nvPr/>
        </p:nvSpPr>
        <p:spPr>
          <a:xfrm>
            <a:off x="2202213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71982-13BD-493B-A858-943982D37784}"/>
              </a:ext>
            </a:extLst>
          </p:cNvPr>
          <p:cNvSpPr/>
          <p:nvPr/>
        </p:nvSpPr>
        <p:spPr>
          <a:xfrm>
            <a:off x="4106398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013874-E5EE-4742-9F87-FCED0C8F12DD}"/>
              </a:ext>
            </a:extLst>
          </p:cNvPr>
          <p:cNvSpPr/>
          <p:nvPr/>
        </p:nvSpPr>
        <p:spPr>
          <a:xfrm>
            <a:off x="6025020" y="3222838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22F5A-F4FE-41BC-BC78-407B573CC2FF}"/>
              </a:ext>
            </a:extLst>
          </p:cNvPr>
          <p:cNvSpPr/>
          <p:nvPr/>
        </p:nvSpPr>
        <p:spPr>
          <a:xfrm>
            <a:off x="8006229" y="3222837"/>
            <a:ext cx="1684422" cy="1194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1DFFEB-2AA8-497D-8B15-10B4F599C48D}"/>
              </a:ext>
            </a:extLst>
          </p:cNvPr>
          <p:cNvSpPr txBox="1"/>
          <p:nvPr/>
        </p:nvSpPr>
        <p:spPr>
          <a:xfrm>
            <a:off x="6291284" y="1070893"/>
            <a:ext cx="571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top left of each subset, a switch to turn the circuit on/off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FDA69F-FCF2-4C18-B489-69F167601AD7}"/>
              </a:ext>
            </a:extLst>
          </p:cNvPr>
          <p:cNvCxnSpPr>
            <a:cxnSpLocks/>
          </p:cNvCxnSpPr>
          <p:nvPr/>
        </p:nvCxnSpPr>
        <p:spPr>
          <a:xfrm flipH="1">
            <a:off x="4335389" y="1510347"/>
            <a:ext cx="2003644" cy="52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142235-3BF8-4240-845A-1FAA86B87D66}"/>
              </a:ext>
            </a:extLst>
          </p:cNvPr>
          <p:cNvCxnSpPr>
            <a:cxnSpLocks/>
          </p:cNvCxnSpPr>
          <p:nvPr/>
        </p:nvCxnSpPr>
        <p:spPr>
          <a:xfrm flipH="1">
            <a:off x="6291285" y="1510347"/>
            <a:ext cx="197932" cy="529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48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3D9E-FA67-4E0B-BE6D-006CBA3E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6F76A-1C42-46CD-BA2C-9BF0A1DF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6208" cy="4351338"/>
          </a:xfrm>
        </p:spPr>
        <p:txBody>
          <a:bodyPr/>
          <a:lstStyle/>
          <a:p>
            <a:r>
              <a:rPr lang="en-US" dirty="0"/>
              <a:t>For now, use a 9V battery</a:t>
            </a:r>
          </a:p>
          <a:p>
            <a:pPr lvl="1"/>
            <a:r>
              <a:rPr lang="en-US" dirty="0"/>
              <a:t>Need battery holder</a:t>
            </a:r>
          </a:p>
          <a:p>
            <a:r>
              <a:rPr lang="en-US" dirty="0"/>
              <a:t>Place a master on/off switch right after the 9V battery</a:t>
            </a:r>
          </a:p>
          <a:p>
            <a:r>
              <a:rPr lang="en-US" dirty="0"/>
              <a:t>Create a battery voltage indicator</a:t>
            </a:r>
          </a:p>
          <a:p>
            <a:pPr lvl="1"/>
            <a:r>
              <a:rPr lang="en-US" dirty="0"/>
              <a:t>Red, yellow, green</a:t>
            </a:r>
          </a:p>
          <a:p>
            <a:pPr lvl="1"/>
            <a:r>
              <a:rPr lang="en-US" dirty="0"/>
              <a:t>Use transistors to do this</a:t>
            </a:r>
          </a:p>
          <a:p>
            <a:r>
              <a:rPr lang="en-US" dirty="0"/>
              <a:t>Use a linear regulator before sending out to the circuit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AA6510-F983-46EE-A255-CB4AD9FFF335}"/>
              </a:ext>
            </a:extLst>
          </p:cNvPr>
          <p:cNvSpPr/>
          <p:nvPr/>
        </p:nvSpPr>
        <p:spPr>
          <a:xfrm>
            <a:off x="6944626" y="1690688"/>
            <a:ext cx="4230305" cy="41487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84836-92F0-4F5E-9950-BE01030D71A3}"/>
              </a:ext>
            </a:extLst>
          </p:cNvPr>
          <p:cNvSpPr/>
          <p:nvPr/>
        </p:nvSpPr>
        <p:spPr>
          <a:xfrm>
            <a:off x="7066550" y="1821466"/>
            <a:ext cx="3935125" cy="38670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E15CE7-BAD5-49A9-92EF-C233B0445455}"/>
              </a:ext>
            </a:extLst>
          </p:cNvPr>
          <p:cNvCxnSpPr>
            <a:cxnSpLocks/>
          </p:cNvCxnSpPr>
          <p:nvPr/>
        </p:nvCxnSpPr>
        <p:spPr>
          <a:xfrm flipH="1">
            <a:off x="7295949" y="1169469"/>
            <a:ext cx="173255" cy="52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905054-FD04-4BA0-82A7-A40E647EF936}"/>
              </a:ext>
            </a:extLst>
          </p:cNvPr>
          <p:cNvSpPr txBox="1"/>
          <p:nvPr/>
        </p:nvSpPr>
        <p:spPr>
          <a:xfrm>
            <a:off x="5236143" y="539725"/>
            <a:ext cx="3243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Have a silk mask showing boundary (probably white)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FFFA9-7E22-4026-9951-A40DAE04BBFD}"/>
              </a:ext>
            </a:extLst>
          </p:cNvPr>
          <p:cNvSpPr/>
          <p:nvPr/>
        </p:nvSpPr>
        <p:spPr>
          <a:xfrm>
            <a:off x="7295949" y="1974648"/>
            <a:ext cx="1848051" cy="329999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9V battery holder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8736A2-FE44-4474-A278-016DF40B2BB5}"/>
              </a:ext>
            </a:extLst>
          </p:cNvPr>
          <p:cNvSpPr/>
          <p:nvPr/>
        </p:nvSpPr>
        <p:spPr>
          <a:xfrm>
            <a:off x="9289989" y="2857372"/>
            <a:ext cx="1418119" cy="12542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Adj Linear regulator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805E9A-7FAC-4FA2-9757-FEC66971B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307" y="2048430"/>
            <a:ext cx="764530" cy="68386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48A82D-3A93-4A04-8684-C14158DE1253}"/>
              </a:ext>
            </a:extLst>
          </p:cNvPr>
          <p:cNvCxnSpPr>
            <a:cxnSpLocks/>
          </p:cNvCxnSpPr>
          <p:nvPr/>
        </p:nvCxnSpPr>
        <p:spPr>
          <a:xfrm flipH="1">
            <a:off x="9974984" y="1572059"/>
            <a:ext cx="709059" cy="586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6962B6-C9AE-4E16-A1B9-E34C868F3B32}"/>
              </a:ext>
            </a:extLst>
          </p:cNvPr>
          <p:cNvSpPr txBox="1"/>
          <p:nvPr/>
        </p:nvSpPr>
        <p:spPr>
          <a:xfrm>
            <a:off x="10695272" y="767358"/>
            <a:ext cx="935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Master on/off switch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C3DD9-1C3D-4293-852F-F5FC536A89D4}"/>
              </a:ext>
            </a:extLst>
          </p:cNvPr>
          <p:cNvSpPr/>
          <p:nvPr/>
        </p:nvSpPr>
        <p:spPr>
          <a:xfrm>
            <a:off x="10196371" y="2092921"/>
            <a:ext cx="764530" cy="601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Battery voltage indicator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5DF0C9-DE7C-49FF-8567-BE87CDA1A3CA}"/>
              </a:ext>
            </a:extLst>
          </p:cNvPr>
          <p:cNvSpPr/>
          <p:nvPr/>
        </p:nvSpPr>
        <p:spPr>
          <a:xfrm>
            <a:off x="9314854" y="4189746"/>
            <a:ext cx="1369190" cy="10848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Bank of LEDs showing voltage level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DDD634-4E95-4E20-AB7A-110A6BFFD15E}"/>
              </a:ext>
            </a:extLst>
          </p:cNvPr>
          <p:cNvCxnSpPr>
            <a:cxnSpLocks/>
          </p:cNvCxnSpPr>
          <p:nvPr/>
        </p:nvCxnSpPr>
        <p:spPr>
          <a:xfrm flipH="1">
            <a:off x="9490913" y="968414"/>
            <a:ext cx="166439" cy="912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42D207-E92C-43FE-B3B6-4957E5F1240F}"/>
              </a:ext>
            </a:extLst>
          </p:cNvPr>
          <p:cNvSpPr txBox="1"/>
          <p:nvPr/>
        </p:nvSpPr>
        <p:spPr>
          <a:xfrm>
            <a:off x="8586706" y="648021"/>
            <a:ext cx="190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a poly fuse</a:t>
            </a:r>
          </a:p>
        </p:txBody>
      </p:sp>
    </p:spTree>
    <p:extLst>
      <p:ext uri="{BB962C8B-B14F-4D97-AF65-F5344CB8AC3E}">
        <p14:creationId xmlns:p14="http://schemas.microsoft.com/office/powerpoint/2010/main" val="253006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0D52-F66C-4F7D-B78F-03874A23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1325563"/>
          </a:xfrm>
        </p:spPr>
        <p:txBody>
          <a:bodyPr/>
          <a:lstStyle/>
          <a:p>
            <a:r>
              <a:rPr lang="en-US" dirty="0"/>
              <a:t>Power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90E1-1DEE-445E-8DFB-6C372C961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58187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a poly fuse (we will need to do current calcs to size)</a:t>
            </a:r>
          </a:p>
          <a:p>
            <a:r>
              <a:rPr lang="en-US" dirty="0"/>
              <a:t>Battery circuit monitor (use a comparator)</a:t>
            </a:r>
          </a:p>
          <a:p>
            <a:pPr lvl="1"/>
            <a:r>
              <a:rPr lang="en-US" dirty="0"/>
              <a:t>Look up curves for Amazon 9V batteries</a:t>
            </a:r>
          </a:p>
          <a:p>
            <a:pPr lvl="1"/>
            <a:r>
              <a:rPr lang="en-US" dirty="0"/>
              <a:t>Create fixed comparator for 7V.  Turn on red LED if lower</a:t>
            </a:r>
          </a:p>
          <a:p>
            <a:r>
              <a:rPr lang="en-US" dirty="0"/>
              <a:t>Use and ADJUSTABLE linear regulator</a:t>
            </a:r>
          </a:p>
          <a:p>
            <a:pPr lvl="1"/>
            <a:r>
              <a:rPr lang="en-US" dirty="0"/>
              <a:t>Start with LM317  (add capacitor after to smooth)</a:t>
            </a:r>
          </a:p>
          <a:p>
            <a:pPr lvl="1"/>
            <a:r>
              <a:rPr lang="en-US" dirty="0"/>
              <a:t>Add square potentiometers with screwdriver faces (CHECK JLCPCB first to see what stock)</a:t>
            </a:r>
          </a:p>
          <a:p>
            <a:r>
              <a:rPr lang="en-US" dirty="0"/>
              <a:t>Use transistors to create a bank of LEDs.  </a:t>
            </a:r>
          </a:p>
          <a:p>
            <a:pPr lvl="1"/>
            <a:r>
              <a:rPr lang="en-US" dirty="0"/>
              <a:t>As the voltage increases more LEDs turn on</a:t>
            </a:r>
          </a:p>
          <a:p>
            <a:pPr lvl="1"/>
            <a:r>
              <a:rPr lang="en-US" dirty="0"/>
              <a:t>Underneath each LED have a voltage number silk screened on the PCB</a:t>
            </a:r>
          </a:p>
          <a:p>
            <a:pPr lvl="1"/>
            <a:r>
              <a:rPr lang="en-US" dirty="0"/>
              <a:t>Have a test point if someone wants to measure directly with a multimeter.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96216-0E83-462D-8D7A-9CE4500A7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590" y="3892464"/>
            <a:ext cx="1718314" cy="1466084"/>
          </a:xfrm>
          <a:prstGeom prst="rect">
            <a:avLst/>
          </a:prstGeom>
        </p:spPr>
      </p:pic>
      <p:pic>
        <p:nvPicPr>
          <p:cNvPr id="1026" name="Picture 2" descr="1294">
            <a:extLst>
              <a:ext uri="{FF2B5EF4-FFF2-40B4-BE49-F238E27FC236}">
                <a16:creationId xmlns:a16="http://schemas.microsoft.com/office/drawing/2014/main" id="{E9A4E3CD-A713-47A6-81C4-E83A38F5C1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9" t="23698" r="22421" b="24302"/>
          <a:stretch/>
        </p:blipFill>
        <p:spPr bwMode="auto">
          <a:xfrm>
            <a:off x="9139321" y="921894"/>
            <a:ext cx="2710138" cy="250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8724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149DF4-40A6-495C-A50D-A77135BBFAD9}"/>
              </a:ext>
            </a:extLst>
          </p:cNvPr>
          <p:cNvSpPr/>
          <p:nvPr/>
        </p:nvSpPr>
        <p:spPr>
          <a:xfrm>
            <a:off x="1280164" y="4276657"/>
            <a:ext cx="4379492" cy="22162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4433D-477B-41CC-9F79-7735E7E0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09176-454A-4BD2-AA0F-8A357FC4E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28874" cy="4351338"/>
          </a:xfrm>
        </p:spPr>
        <p:txBody>
          <a:bodyPr/>
          <a:lstStyle/>
          <a:p>
            <a:r>
              <a:rPr lang="en-US" dirty="0"/>
              <a:t>In every section of the PCB have test points so that a multimeter can easily probe.  </a:t>
            </a:r>
          </a:p>
          <a:p>
            <a:r>
              <a:rPr lang="en-US" dirty="0"/>
              <a:t>Most have a slight taper at the end</a:t>
            </a:r>
          </a:p>
          <a:p>
            <a:r>
              <a:rPr lang="en-US" dirty="0"/>
              <a:t>Use a concentric circle design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 descr="8000 Series - Test Leads Only">
            <a:extLst>
              <a:ext uri="{FF2B5EF4-FFF2-40B4-BE49-F238E27FC236}">
                <a16:creationId xmlns:a16="http://schemas.microsoft.com/office/drawing/2014/main" id="{0ACD1AD1-76C2-4BCB-AC2D-14773D045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085" y="1391101"/>
            <a:ext cx="4762500" cy="324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9604C75-E74E-4289-B759-A5B08B7F0F79}"/>
              </a:ext>
            </a:extLst>
          </p:cNvPr>
          <p:cNvSpPr/>
          <p:nvPr/>
        </p:nvSpPr>
        <p:spPr>
          <a:xfrm>
            <a:off x="1905800" y="4768748"/>
            <a:ext cx="1232035" cy="123203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B90F1A-0FF4-42A2-9A91-0E09C13D73FB}"/>
              </a:ext>
            </a:extLst>
          </p:cNvPr>
          <p:cNvSpPr/>
          <p:nvPr/>
        </p:nvSpPr>
        <p:spPr>
          <a:xfrm>
            <a:off x="2144024" y="5006972"/>
            <a:ext cx="755586" cy="75558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D8B7B4-5B09-409B-8287-91BEAD4C6081}"/>
              </a:ext>
            </a:extLst>
          </p:cNvPr>
          <p:cNvSpPr/>
          <p:nvPr/>
        </p:nvSpPr>
        <p:spPr>
          <a:xfrm>
            <a:off x="3682763" y="4768748"/>
            <a:ext cx="1232035" cy="123203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A7986A-0E48-45AD-8D04-DD10C94CA825}"/>
              </a:ext>
            </a:extLst>
          </p:cNvPr>
          <p:cNvSpPr/>
          <p:nvPr/>
        </p:nvSpPr>
        <p:spPr>
          <a:xfrm>
            <a:off x="3920987" y="5006972"/>
            <a:ext cx="755586" cy="75558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CE1E-8700-4225-B46B-308EEA62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1426F-8677-4B2F-BC24-37AA0A264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Fusion360</a:t>
            </a:r>
          </a:p>
          <a:p>
            <a:pPr lvl="1"/>
            <a:r>
              <a:rPr lang="en-US" dirty="0"/>
              <a:t>Can do enough SPICE in it</a:t>
            </a:r>
          </a:p>
          <a:p>
            <a:r>
              <a:rPr lang="en-US" dirty="0"/>
              <a:t>Use 0805 resistors</a:t>
            </a:r>
          </a:p>
          <a:p>
            <a:pPr lvl="1"/>
            <a:r>
              <a:rPr lang="en-US" dirty="0"/>
              <a:t>Silk screen lots of names</a:t>
            </a:r>
          </a:p>
          <a:p>
            <a:r>
              <a:rPr lang="en-US" dirty="0"/>
              <a:t>Double sided PCB board</a:t>
            </a:r>
          </a:p>
          <a:p>
            <a:r>
              <a:rPr lang="en-US" dirty="0"/>
              <a:t>Larger trace size (so students can see it)</a:t>
            </a:r>
          </a:p>
          <a:p>
            <a:r>
              <a:rPr lang="en-US" dirty="0"/>
              <a:t>Do worst case analysis for poly fuse rating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2F7C3E7E-8ACA-4D58-A008-C8DA73B64AF4}"/>
              </a:ext>
            </a:extLst>
          </p:cNvPr>
          <p:cNvSpPr/>
          <p:nvPr/>
        </p:nvSpPr>
        <p:spPr>
          <a:xfrm rot="5400000">
            <a:off x="7074408" y="1754730"/>
            <a:ext cx="2551176" cy="4507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061A4-777D-491A-8BDA-2AE3C622F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1 – Through and Across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F508-D737-403D-8F91-281D6ACF5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47173" cy="4351338"/>
          </a:xfrm>
        </p:spPr>
        <p:txBody>
          <a:bodyPr/>
          <a:lstStyle/>
          <a:p>
            <a:r>
              <a:rPr lang="en-US" dirty="0"/>
              <a:t>Learning goal</a:t>
            </a:r>
          </a:p>
          <a:p>
            <a:pPr lvl="1"/>
            <a:r>
              <a:rPr lang="en-US" dirty="0"/>
              <a:t>Current is through</a:t>
            </a:r>
          </a:p>
          <a:p>
            <a:pPr lvl="1"/>
            <a:r>
              <a:rPr lang="en-US" dirty="0"/>
              <a:t>Voltage is across</a:t>
            </a:r>
          </a:p>
          <a:p>
            <a:pPr lvl="1"/>
            <a:r>
              <a:rPr lang="en-US" dirty="0"/>
              <a:t>KVL, KCL, Sum P</a:t>
            </a:r>
          </a:p>
          <a:p>
            <a:r>
              <a:rPr lang="en-US" dirty="0"/>
              <a:t>PCB notes</a:t>
            </a:r>
          </a:p>
          <a:p>
            <a:pPr lvl="1"/>
            <a:r>
              <a:rPr lang="en-US" dirty="0"/>
              <a:t>Fixed resistors</a:t>
            </a:r>
          </a:p>
          <a:p>
            <a:pPr lvl="1"/>
            <a:r>
              <a:rPr lang="en-US" dirty="0"/>
              <a:t>Size R1 to be 2R2 so that the LEDS are different brightness</a:t>
            </a:r>
          </a:p>
          <a:p>
            <a:pPr lvl="1"/>
            <a:r>
              <a:rPr lang="en-US" dirty="0"/>
              <a:t>ADD MEASURE PADS all throughout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5AE9CB4F-9743-4075-B4F1-CB38D9866B15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7699869" y="2989868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06">
            <a:extLst>
              <a:ext uri="{FF2B5EF4-FFF2-40B4-BE49-F238E27FC236}">
                <a16:creationId xmlns:a16="http://schemas.microsoft.com/office/drawing/2014/main" id="{232B954B-6897-4B7F-A3FE-8246F07FB2C7}"/>
              </a:ext>
            </a:extLst>
          </p:cNvPr>
          <p:cNvGrpSpPr>
            <a:grpSpLocks/>
          </p:cNvGrpSpPr>
          <p:nvPr/>
        </p:nvGrpSpPr>
        <p:grpSpPr bwMode="auto">
          <a:xfrm>
            <a:off x="6397146" y="3693107"/>
            <a:ext cx="304800" cy="778879"/>
            <a:chOff x="4224" y="2400"/>
            <a:chExt cx="192" cy="480"/>
          </a:xfrm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B045FBCE-FA1A-4186-A1DC-298752DC46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544"/>
              <a:ext cx="192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000"/>
            </a:p>
          </p:txBody>
        </p:sp>
        <p:sp>
          <p:nvSpPr>
            <p:cNvPr id="7" name="Line 21">
              <a:extLst>
                <a:ext uri="{FF2B5EF4-FFF2-40B4-BE49-F238E27FC236}">
                  <a16:creationId xmlns:a16="http://schemas.microsoft.com/office/drawing/2014/main" id="{D4DC2754-8987-4D37-95FB-EB75994452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4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EC2D1F73-850A-46A6-B5D8-8C177B3841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73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F3083DB2-261F-4025-A7C7-42C9AE3C34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59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B1D58E37-88BB-4188-9060-81CCC1337D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2568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9FC9C988-31D9-48E0-8763-3DC3AD9227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6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Line 27">
            <a:extLst>
              <a:ext uri="{FF2B5EF4-FFF2-40B4-BE49-F238E27FC236}">
                <a16:creationId xmlns:a16="http://schemas.microsoft.com/office/drawing/2014/main" id="{53D67CA3-526C-496E-A0D8-7E57D1F3446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49546" y="3364244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" name="Group 218">
            <a:extLst>
              <a:ext uri="{FF2B5EF4-FFF2-40B4-BE49-F238E27FC236}">
                <a16:creationId xmlns:a16="http://schemas.microsoft.com/office/drawing/2014/main" id="{79220C4B-A660-4EB7-9738-F9B1A2261F0F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8728840" y="2614510"/>
            <a:ext cx="152400" cy="762000"/>
            <a:chOff x="5280" y="1200"/>
            <a:chExt cx="96" cy="480"/>
          </a:xfrm>
        </p:grpSpPr>
        <p:sp>
          <p:nvSpPr>
            <p:cNvPr id="15" name="Line 106">
              <a:extLst>
                <a:ext uri="{FF2B5EF4-FFF2-40B4-BE49-F238E27FC236}">
                  <a16:creationId xmlns:a16="http://schemas.microsoft.com/office/drawing/2014/main" id="{0296AD29-9858-43E6-BAF8-17BE470017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07">
              <a:extLst>
                <a:ext uri="{FF2B5EF4-FFF2-40B4-BE49-F238E27FC236}">
                  <a16:creationId xmlns:a16="http://schemas.microsoft.com/office/drawing/2014/main" id="{06D394B6-501C-41F5-AF23-0598ACD858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8">
              <a:extLst>
                <a:ext uri="{FF2B5EF4-FFF2-40B4-BE49-F238E27FC236}">
                  <a16:creationId xmlns:a16="http://schemas.microsoft.com/office/drawing/2014/main" id="{252A7858-DA86-4BAB-8580-441F5E59F8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9">
              <a:extLst>
                <a:ext uri="{FF2B5EF4-FFF2-40B4-BE49-F238E27FC236}">
                  <a16:creationId xmlns:a16="http://schemas.microsoft.com/office/drawing/2014/main" id="{F251B405-45ED-4159-A9CB-D9FF29EA78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Line 27">
            <a:extLst>
              <a:ext uri="{FF2B5EF4-FFF2-40B4-BE49-F238E27FC236}">
                <a16:creationId xmlns:a16="http://schemas.microsoft.com/office/drawing/2014/main" id="{E805CB22-7AEF-4F09-9E02-7413DFED8AA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121940" y="3374967"/>
            <a:ext cx="172713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CD7F3D70-5BE7-40B2-A1D8-19E2B9A2A1CB}"/>
              </a:ext>
            </a:extLst>
          </p:cNvPr>
          <p:cNvSpPr>
            <a:spLocks noChangeAspect="1"/>
          </p:cNvSpPr>
          <p:nvPr/>
        </p:nvSpPr>
        <p:spPr bwMode="auto">
          <a:xfrm>
            <a:off x="9784226" y="3364876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5346D78D-2E54-4049-8E0E-2FA0B8E4A13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49546" y="4471986"/>
            <a:ext cx="32995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12">
            <a:extLst>
              <a:ext uri="{FF2B5EF4-FFF2-40B4-BE49-F238E27FC236}">
                <a16:creationId xmlns:a16="http://schemas.microsoft.com/office/drawing/2014/main" id="{5CFE3291-AE24-43AA-BC56-8F9CA8748456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159771" y="2745346"/>
            <a:ext cx="72381" cy="491154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8">
            <a:extLst>
              <a:ext uri="{FF2B5EF4-FFF2-40B4-BE49-F238E27FC236}">
                <a16:creationId xmlns:a16="http://schemas.microsoft.com/office/drawing/2014/main" id="{3553DA6E-2CA6-46F2-9C00-88B681DA22D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43728" y="2990923"/>
            <a:ext cx="0" cy="3733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8">
            <a:extLst>
              <a:ext uri="{FF2B5EF4-FFF2-40B4-BE49-F238E27FC236}">
                <a16:creationId xmlns:a16="http://schemas.microsoft.com/office/drawing/2014/main" id="{69E3A0ED-DD06-4664-9F95-DE63F0F60F5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849070" y="4126877"/>
            <a:ext cx="0" cy="3451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AC26CF-5C5F-45D4-BEA9-9B1603CD2F22}"/>
              </a:ext>
            </a:extLst>
          </p:cNvPr>
          <p:cNvSpPr txBox="1"/>
          <p:nvPr/>
        </p:nvSpPr>
        <p:spPr>
          <a:xfrm>
            <a:off x="5906747" y="1581094"/>
            <a:ext cx="1273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mini SMD slide switch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89B104F-BDB5-4DE4-8F9C-F26405194CC5}"/>
              </a:ext>
            </a:extLst>
          </p:cNvPr>
          <p:cNvSpPr/>
          <p:nvPr/>
        </p:nvSpPr>
        <p:spPr>
          <a:xfrm>
            <a:off x="9195999" y="3307563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6F309B-BD45-4789-9568-6B51A91C4454}"/>
              </a:ext>
            </a:extLst>
          </p:cNvPr>
          <p:cNvSpPr/>
          <p:nvPr/>
        </p:nvSpPr>
        <p:spPr>
          <a:xfrm>
            <a:off x="6600348" y="3251927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C3D2064-DC38-45CF-8BBE-8534E0C36251}"/>
              </a:ext>
            </a:extLst>
          </p:cNvPr>
          <p:cNvSpPr/>
          <p:nvPr/>
        </p:nvSpPr>
        <p:spPr>
          <a:xfrm>
            <a:off x="9281770" y="4368023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AE336AB-17E9-47EE-A081-40FBCFE1536F}"/>
              </a:ext>
            </a:extLst>
          </p:cNvPr>
          <p:cNvSpPr/>
          <p:nvPr/>
        </p:nvSpPr>
        <p:spPr>
          <a:xfrm>
            <a:off x="9145362" y="2895698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2985F83-62A2-4D0B-A680-2BDEFD0BA2CB}"/>
              </a:ext>
            </a:extLst>
          </p:cNvPr>
          <p:cNvSpPr/>
          <p:nvPr/>
        </p:nvSpPr>
        <p:spPr>
          <a:xfrm>
            <a:off x="6218981" y="4954159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16FD251-EF1B-4091-BE83-6B399D4D26E0}"/>
              </a:ext>
            </a:extLst>
          </p:cNvPr>
          <p:cNvSpPr/>
          <p:nvPr/>
        </p:nvSpPr>
        <p:spPr>
          <a:xfrm>
            <a:off x="5554996" y="1938796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0082FBD-3966-477C-B41A-D77D3055DBD8}"/>
              </a:ext>
            </a:extLst>
          </p:cNvPr>
          <p:cNvSpPr/>
          <p:nvPr/>
        </p:nvSpPr>
        <p:spPr>
          <a:xfrm>
            <a:off x="7672938" y="1938795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A3489C-0443-4D37-878A-6544D8A6A2D1}"/>
              </a:ext>
            </a:extLst>
          </p:cNvPr>
          <p:cNvSpPr txBox="1"/>
          <p:nvPr/>
        </p:nvSpPr>
        <p:spPr>
          <a:xfrm>
            <a:off x="7969185" y="1852938"/>
            <a:ext cx="127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point</a:t>
            </a:r>
          </a:p>
        </p:txBody>
      </p:sp>
      <p:sp>
        <p:nvSpPr>
          <p:cNvPr id="57" name="Freeform 12">
            <a:extLst>
              <a:ext uri="{FF2B5EF4-FFF2-40B4-BE49-F238E27FC236}">
                <a16:creationId xmlns:a16="http://schemas.microsoft.com/office/drawing/2014/main" id="{F018E8DA-C702-4884-8643-35D7AA73A53D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6801504" y="4820643"/>
            <a:ext cx="64398" cy="436986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" name="Group 218">
            <a:extLst>
              <a:ext uri="{FF2B5EF4-FFF2-40B4-BE49-F238E27FC236}">
                <a16:creationId xmlns:a16="http://schemas.microsoft.com/office/drawing/2014/main" id="{281EF771-429D-4D1F-9466-F68618812AF0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02683" y="4663068"/>
            <a:ext cx="152400" cy="762000"/>
            <a:chOff x="5280" y="1200"/>
            <a:chExt cx="96" cy="480"/>
          </a:xfrm>
        </p:grpSpPr>
        <p:sp>
          <p:nvSpPr>
            <p:cNvPr id="59" name="Line 106">
              <a:extLst>
                <a:ext uri="{FF2B5EF4-FFF2-40B4-BE49-F238E27FC236}">
                  <a16:creationId xmlns:a16="http://schemas.microsoft.com/office/drawing/2014/main" id="{3C71FBE2-1EB5-4CC3-8660-D85CE6AF0F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07">
              <a:extLst>
                <a:ext uri="{FF2B5EF4-FFF2-40B4-BE49-F238E27FC236}">
                  <a16:creationId xmlns:a16="http://schemas.microsoft.com/office/drawing/2014/main" id="{A2909F90-AFD7-4A05-AECC-9BD92288297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2DBA66F8-85D7-48CE-88AC-A037BF1346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09">
              <a:extLst>
                <a:ext uri="{FF2B5EF4-FFF2-40B4-BE49-F238E27FC236}">
                  <a16:creationId xmlns:a16="http://schemas.microsoft.com/office/drawing/2014/main" id="{DF064DAC-CC2C-42C9-9B5A-43710355D3F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039E31-816C-4B17-A22A-8551BA072758}"/>
                  </a:ext>
                </a:extLst>
              </p:cNvPr>
              <p:cNvSpPr txBox="1"/>
              <p:nvPr/>
            </p:nvSpPr>
            <p:spPr>
              <a:xfrm>
                <a:off x="6611814" y="5059219"/>
                <a:ext cx="50103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560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039E31-816C-4B17-A22A-8551BA072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814" y="5059219"/>
                <a:ext cx="501035" cy="261610"/>
              </a:xfrm>
              <a:prstGeom prst="rect">
                <a:avLst/>
              </a:prstGeom>
              <a:blipFill>
                <a:blip r:embed="rId2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47CE284C-4DE5-4645-9325-8A1C507E3AD5}"/>
              </a:ext>
            </a:extLst>
          </p:cNvPr>
          <p:cNvGrpSpPr/>
          <p:nvPr/>
        </p:nvGrpSpPr>
        <p:grpSpPr>
          <a:xfrm>
            <a:off x="7747185" y="4933303"/>
            <a:ext cx="177800" cy="232573"/>
            <a:chOff x="5152527" y="6176963"/>
            <a:chExt cx="177800" cy="232573"/>
          </a:xfrm>
        </p:grpSpPr>
        <p:sp>
          <p:nvSpPr>
            <p:cNvPr id="55" name="Line 28">
              <a:extLst>
                <a:ext uri="{FF2B5EF4-FFF2-40B4-BE49-F238E27FC236}">
                  <a16:creationId xmlns:a16="http://schemas.microsoft.com/office/drawing/2014/main" id="{D3C3FE44-B460-4D65-81B9-07A66DE368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52527" y="6176963"/>
              <a:ext cx="0" cy="232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28">
              <a:extLst>
                <a:ext uri="{FF2B5EF4-FFF2-40B4-BE49-F238E27FC236}">
                  <a16:creationId xmlns:a16="http://schemas.microsoft.com/office/drawing/2014/main" id="{9754F31B-B9D1-4E97-A178-EFA83C6B4D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37194" y="6217049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28">
              <a:extLst>
                <a:ext uri="{FF2B5EF4-FFF2-40B4-BE49-F238E27FC236}">
                  <a16:creationId xmlns:a16="http://schemas.microsoft.com/office/drawing/2014/main" id="{76547FD5-5357-4F9F-8691-CB83A57445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30327" y="6267848"/>
              <a:ext cx="0" cy="678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7" name="Line 28">
            <a:extLst>
              <a:ext uri="{FF2B5EF4-FFF2-40B4-BE49-F238E27FC236}">
                <a16:creationId xmlns:a16="http://schemas.microsoft.com/office/drawing/2014/main" id="{A011F890-94BE-424D-BE71-666A35FB8F0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11446" y="3411525"/>
            <a:ext cx="0" cy="1646596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9D7017-8E5F-4EFB-9F31-3C380DE2CDB1}"/>
              </a:ext>
            </a:extLst>
          </p:cNvPr>
          <p:cNvSpPr txBox="1"/>
          <p:nvPr/>
        </p:nvSpPr>
        <p:spPr>
          <a:xfrm>
            <a:off x="7180091" y="5077372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LED</a:t>
            </a:r>
          </a:p>
        </p:txBody>
      </p:sp>
      <p:sp>
        <p:nvSpPr>
          <p:cNvPr id="69" name="Line 28">
            <a:extLst>
              <a:ext uri="{FF2B5EF4-FFF2-40B4-BE49-F238E27FC236}">
                <a16:creationId xmlns:a16="http://schemas.microsoft.com/office/drawing/2014/main" id="{75E95DF3-597A-4164-9A6A-ED507F841C7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49546" y="3383236"/>
            <a:ext cx="0" cy="4736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896C60E-1B7B-4CA6-8E1F-5B8E84F40B89}"/>
                  </a:ext>
                </a:extLst>
              </p:cNvPr>
              <p:cNvSpPr txBox="1"/>
              <p:nvPr/>
            </p:nvSpPr>
            <p:spPr>
              <a:xfrm>
                <a:off x="7973518" y="2733138"/>
                <a:ext cx="50103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560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896C60E-1B7B-4CA6-8E1F-5B8E84F40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3518" y="2733138"/>
                <a:ext cx="501035" cy="261610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CE11BCBA-E07E-49A6-842F-B2F7D20C8EBF}"/>
              </a:ext>
            </a:extLst>
          </p:cNvPr>
          <p:cNvSpPr txBox="1"/>
          <p:nvPr/>
        </p:nvSpPr>
        <p:spPr>
          <a:xfrm>
            <a:off x="8559990" y="2675521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LED</a:t>
            </a:r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B3BC5883-8EBE-41E1-8136-41917E11B6E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43728" y="2990923"/>
            <a:ext cx="904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28">
            <a:extLst>
              <a:ext uri="{FF2B5EF4-FFF2-40B4-BE49-F238E27FC236}">
                <a16:creationId xmlns:a16="http://schemas.microsoft.com/office/drawing/2014/main" id="{7CD3C24A-31E1-435B-AF6F-7B44D7CC0DA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607483" y="4471985"/>
            <a:ext cx="0" cy="567151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27">
            <a:extLst>
              <a:ext uri="{FF2B5EF4-FFF2-40B4-BE49-F238E27FC236}">
                <a16:creationId xmlns:a16="http://schemas.microsoft.com/office/drawing/2014/main" id="{196510F9-E77A-4CC8-923D-CD7C70900F6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426385" y="5039136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8D5C97-CDBC-4B71-BF40-2EA1877DC040}"/>
              </a:ext>
            </a:extLst>
          </p:cNvPr>
          <p:cNvSpPr txBox="1"/>
          <p:nvPr/>
        </p:nvSpPr>
        <p:spPr>
          <a:xfrm>
            <a:off x="5646973" y="5324644"/>
            <a:ext cx="59605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Blue switch shows if power is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Black lines are masking AND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Yellow is actual traces (add where needed)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multimeter is connected to read current through orange pads 2+3 only then the LED will light up. 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8CED076-1C31-46A1-B8BC-81ACE14576E7}"/>
              </a:ext>
            </a:extLst>
          </p:cNvPr>
          <p:cNvSpPr/>
          <p:nvPr/>
        </p:nvSpPr>
        <p:spPr>
          <a:xfrm rot="5400000">
            <a:off x="9707304" y="1870279"/>
            <a:ext cx="320253" cy="3634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3AFE56-29F0-4E48-B3EB-A1B03FA844CA}"/>
              </a:ext>
            </a:extLst>
          </p:cNvPr>
          <p:cNvSpPr txBox="1"/>
          <p:nvPr/>
        </p:nvSpPr>
        <p:spPr>
          <a:xfrm>
            <a:off x="10169760" y="1748305"/>
            <a:ext cx="143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Dimension of PCB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062F2D2-1344-46BB-937A-7EABCDBAE843}"/>
                  </a:ext>
                </a:extLst>
              </p:cNvPr>
              <p:cNvSpPr txBox="1"/>
              <p:nvPr/>
            </p:nvSpPr>
            <p:spPr>
              <a:xfrm>
                <a:off x="7505414" y="3472237"/>
                <a:ext cx="5553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1000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062F2D2-1344-46BB-937A-7EABCDBAE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414" y="3472237"/>
                <a:ext cx="555345" cy="253916"/>
              </a:xfrm>
              <a:prstGeom prst="rect">
                <a:avLst/>
              </a:prstGeom>
              <a:blipFill>
                <a:blip r:embed="rId4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CD870F7-C3EE-49A0-A893-8FC1CFD6FFDF}"/>
                  </a:ext>
                </a:extLst>
              </p:cNvPr>
              <p:cNvSpPr txBox="1"/>
              <p:nvPr/>
            </p:nvSpPr>
            <p:spPr>
              <a:xfrm>
                <a:off x="9896521" y="3592342"/>
                <a:ext cx="5553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2000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CD870F7-C3EE-49A0-A893-8FC1CFD6F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6521" y="3592342"/>
                <a:ext cx="555345" cy="253916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51FB1987-EA72-457E-96D0-343BCC0A1E8A}"/>
              </a:ext>
            </a:extLst>
          </p:cNvPr>
          <p:cNvSpPr txBox="1"/>
          <p:nvPr/>
        </p:nvSpPr>
        <p:spPr>
          <a:xfrm>
            <a:off x="6141886" y="2785781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CIRCUIT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DFFD47-61FC-49A9-9B18-292C1418E64D}"/>
              </a:ext>
            </a:extLst>
          </p:cNvPr>
          <p:cNvSpPr txBox="1"/>
          <p:nvPr/>
        </p:nvSpPr>
        <p:spPr>
          <a:xfrm>
            <a:off x="6589078" y="3227732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BDB6461-21FB-4254-A468-CD04D151944B}"/>
              </a:ext>
            </a:extLst>
          </p:cNvPr>
          <p:cNvSpPr txBox="1"/>
          <p:nvPr/>
        </p:nvSpPr>
        <p:spPr>
          <a:xfrm>
            <a:off x="9133724" y="287356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59795AB-5B6C-461A-B7CD-62E9CA77B736}"/>
              </a:ext>
            </a:extLst>
          </p:cNvPr>
          <p:cNvSpPr txBox="1"/>
          <p:nvPr/>
        </p:nvSpPr>
        <p:spPr>
          <a:xfrm>
            <a:off x="9186040" y="3275646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92CF1F0-7160-4330-A57C-B3CBBA41C985}"/>
              </a:ext>
            </a:extLst>
          </p:cNvPr>
          <p:cNvSpPr txBox="1"/>
          <p:nvPr/>
        </p:nvSpPr>
        <p:spPr>
          <a:xfrm>
            <a:off x="9272198" y="4357627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2EAC87-B849-4429-9E5E-B792072E976D}"/>
              </a:ext>
            </a:extLst>
          </p:cNvPr>
          <p:cNvSpPr txBox="1"/>
          <p:nvPr/>
        </p:nvSpPr>
        <p:spPr>
          <a:xfrm>
            <a:off x="6057674" y="4752424"/>
            <a:ext cx="5020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323949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C480A0D-C6BD-4AA0-951F-2E0AAFFA0CFF}"/>
              </a:ext>
            </a:extLst>
          </p:cNvPr>
          <p:cNvSpPr/>
          <p:nvPr/>
        </p:nvSpPr>
        <p:spPr>
          <a:xfrm rot="5400000">
            <a:off x="6939110" y="1747298"/>
            <a:ext cx="2551176" cy="4507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C92EB-B6F0-4E8A-8627-95ED6876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2 – Voltage divider with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DA94-FE78-4F5E-B694-3BB8D18B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4876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Learning Goals</a:t>
            </a:r>
          </a:p>
          <a:p>
            <a:pPr lvl="1"/>
            <a:r>
              <a:rPr lang="en-US" dirty="0"/>
              <a:t>10% rule</a:t>
            </a:r>
          </a:p>
          <a:p>
            <a:pPr lvl="1"/>
            <a:r>
              <a:rPr lang="en-US" dirty="0"/>
              <a:t>Voltage divider,</a:t>
            </a:r>
          </a:p>
          <a:p>
            <a:pPr lvl="1"/>
            <a:r>
              <a:rPr lang="en-US" dirty="0"/>
              <a:t>Sum P, KCL, KVL</a:t>
            </a:r>
          </a:p>
          <a:p>
            <a:pPr lvl="1"/>
            <a:r>
              <a:rPr lang="en-US" dirty="0"/>
              <a:t>Parallel / series</a:t>
            </a:r>
          </a:p>
          <a:p>
            <a:r>
              <a:rPr lang="en-US" dirty="0"/>
              <a:t>PCB notes</a:t>
            </a:r>
          </a:p>
          <a:p>
            <a:pPr lvl="1"/>
            <a:r>
              <a:rPr lang="en-US" dirty="0"/>
              <a:t>Fixed resistors</a:t>
            </a:r>
          </a:p>
          <a:p>
            <a:pPr lvl="1"/>
            <a:r>
              <a:rPr lang="en-US" dirty="0"/>
              <a:t>Make voltage drops unique across divider</a:t>
            </a:r>
          </a:p>
          <a:p>
            <a:pPr lvl="1"/>
            <a:r>
              <a:rPr lang="en-US" dirty="0"/>
              <a:t>ADD MEASURE PADS all throughout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B012547-3C29-4A7C-A655-28E5E2B51411}"/>
              </a:ext>
            </a:extLst>
          </p:cNvPr>
          <p:cNvSpPr>
            <a:spLocks noChangeAspect="1"/>
          </p:cNvSpPr>
          <p:nvPr/>
        </p:nvSpPr>
        <p:spPr bwMode="auto">
          <a:xfrm>
            <a:off x="7591300" y="3095895"/>
            <a:ext cx="79313" cy="538192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06">
            <a:extLst>
              <a:ext uri="{FF2B5EF4-FFF2-40B4-BE49-F238E27FC236}">
                <a16:creationId xmlns:a16="http://schemas.microsoft.com/office/drawing/2014/main" id="{8B1BE160-E67A-49F6-A7D0-F2101517F994}"/>
              </a:ext>
            </a:extLst>
          </p:cNvPr>
          <p:cNvGrpSpPr>
            <a:grpSpLocks/>
          </p:cNvGrpSpPr>
          <p:nvPr/>
        </p:nvGrpSpPr>
        <p:grpSpPr bwMode="auto">
          <a:xfrm>
            <a:off x="6421018" y="3597891"/>
            <a:ext cx="304800" cy="762000"/>
            <a:chOff x="4224" y="2400"/>
            <a:chExt cx="192" cy="480"/>
          </a:xfrm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6B3F6461-F5D6-495B-AC6D-86DC6CF6AF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544"/>
              <a:ext cx="192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000"/>
            </a:p>
          </p:txBody>
        </p:sp>
        <p:sp>
          <p:nvSpPr>
            <p:cNvPr id="7" name="Line 21">
              <a:extLst>
                <a:ext uri="{FF2B5EF4-FFF2-40B4-BE49-F238E27FC236}">
                  <a16:creationId xmlns:a16="http://schemas.microsoft.com/office/drawing/2014/main" id="{60B3BB8D-3D54-4096-83F6-A0BDC0611D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4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54E412DA-3ABC-410B-AF4C-6F7EB66C06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73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BBCD387E-E01E-4CE2-B410-3AFFD7AF80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59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18CE8A88-46FC-4842-B5BD-61C7B0E7AE1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2568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74E2B1F8-2363-4F5C-AC8A-3541048F98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6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Line 27">
            <a:extLst>
              <a:ext uri="{FF2B5EF4-FFF2-40B4-BE49-F238E27FC236}">
                <a16:creationId xmlns:a16="http://schemas.microsoft.com/office/drawing/2014/main" id="{3D618167-2608-4FF5-A6D6-F9FF021C038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82216" y="3095895"/>
            <a:ext cx="106119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8">
            <a:extLst>
              <a:ext uri="{FF2B5EF4-FFF2-40B4-BE49-F238E27FC236}">
                <a16:creationId xmlns:a16="http://schemas.microsoft.com/office/drawing/2014/main" id="{1EA2B208-D08B-4741-8278-AE1564DB5D7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71423" y="3095895"/>
            <a:ext cx="0" cy="54658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EE8E9F4B-29C1-4120-A9B3-038CA6139B8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630956" y="3634087"/>
            <a:ext cx="172519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7">
            <a:extLst>
              <a:ext uri="{FF2B5EF4-FFF2-40B4-BE49-F238E27FC236}">
                <a16:creationId xmlns:a16="http://schemas.microsoft.com/office/drawing/2014/main" id="{1B44088E-DB36-4245-B5A5-07B5444D9E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630956" y="4151123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B3A7EE1F-23B5-412A-BA73-655A679F33C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82216" y="4695558"/>
            <a:ext cx="27739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8">
            <a:extLst>
              <a:ext uri="{FF2B5EF4-FFF2-40B4-BE49-F238E27FC236}">
                <a16:creationId xmlns:a16="http://schemas.microsoft.com/office/drawing/2014/main" id="{4A135654-2F54-4B6A-B219-D74AEC2D2DE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82216" y="4312734"/>
            <a:ext cx="0" cy="39443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233AFCD0-973A-4245-82DA-A26BE298F92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347129" y="4157366"/>
            <a:ext cx="0" cy="5498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8F5434-27A0-4B96-8DE0-5EEAAC238718}"/>
              </a:ext>
            </a:extLst>
          </p:cNvPr>
          <p:cNvSpPr txBox="1"/>
          <p:nvPr/>
        </p:nvSpPr>
        <p:spPr>
          <a:xfrm>
            <a:off x="5906747" y="1581094"/>
            <a:ext cx="1273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mini SMD slide switch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0A5FA88-C0B9-4516-995F-B8D77CF63816}"/>
              </a:ext>
            </a:extLst>
          </p:cNvPr>
          <p:cNvSpPr/>
          <p:nvPr/>
        </p:nvSpPr>
        <p:spPr>
          <a:xfrm>
            <a:off x="5554996" y="1938796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A61BD23-FB3F-406B-B334-FB33896DCF2F}"/>
              </a:ext>
            </a:extLst>
          </p:cNvPr>
          <p:cNvSpPr/>
          <p:nvPr/>
        </p:nvSpPr>
        <p:spPr>
          <a:xfrm>
            <a:off x="7672938" y="1938795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517DFD-722E-44C1-B2CF-1BBE74A4F8C3}"/>
              </a:ext>
            </a:extLst>
          </p:cNvPr>
          <p:cNvSpPr txBox="1"/>
          <p:nvPr/>
        </p:nvSpPr>
        <p:spPr>
          <a:xfrm>
            <a:off x="7969185" y="1852938"/>
            <a:ext cx="127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point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8F7806-EBF5-4511-9A91-A1F591DA2865}"/>
              </a:ext>
            </a:extLst>
          </p:cNvPr>
          <p:cNvSpPr/>
          <p:nvPr/>
        </p:nvSpPr>
        <p:spPr>
          <a:xfrm rot="5400000">
            <a:off x="9707304" y="1870279"/>
            <a:ext cx="320253" cy="3634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97C3D7-1FB7-4C03-9A39-842B5D96B535}"/>
              </a:ext>
            </a:extLst>
          </p:cNvPr>
          <p:cNvSpPr txBox="1"/>
          <p:nvPr/>
        </p:nvSpPr>
        <p:spPr>
          <a:xfrm>
            <a:off x="10169760" y="1748305"/>
            <a:ext cx="143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Dimension of PCB space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793CA5E-330E-43AA-AAA5-AD702531CB4F}"/>
              </a:ext>
            </a:extLst>
          </p:cNvPr>
          <p:cNvSpPr/>
          <p:nvPr/>
        </p:nvSpPr>
        <p:spPr>
          <a:xfrm>
            <a:off x="6218981" y="4954159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 12">
            <a:extLst>
              <a:ext uri="{FF2B5EF4-FFF2-40B4-BE49-F238E27FC236}">
                <a16:creationId xmlns:a16="http://schemas.microsoft.com/office/drawing/2014/main" id="{B9CB8824-C6DF-472A-872F-47C112EEDED3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6801504" y="4820643"/>
            <a:ext cx="64398" cy="436986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" name="Group 218">
            <a:extLst>
              <a:ext uri="{FF2B5EF4-FFF2-40B4-BE49-F238E27FC236}">
                <a16:creationId xmlns:a16="http://schemas.microsoft.com/office/drawing/2014/main" id="{4D1A66FA-2816-4EF6-8D5B-04763BB56035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02683" y="4663068"/>
            <a:ext cx="152400" cy="762000"/>
            <a:chOff x="5280" y="1200"/>
            <a:chExt cx="96" cy="480"/>
          </a:xfrm>
        </p:grpSpPr>
        <p:sp>
          <p:nvSpPr>
            <p:cNvPr id="42" name="Line 106">
              <a:extLst>
                <a:ext uri="{FF2B5EF4-FFF2-40B4-BE49-F238E27FC236}">
                  <a16:creationId xmlns:a16="http://schemas.microsoft.com/office/drawing/2014/main" id="{904A60A2-ABE3-4443-B45B-B213C73DDB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107">
              <a:extLst>
                <a:ext uri="{FF2B5EF4-FFF2-40B4-BE49-F238E27FC236}">
                  <a16:creationId xmlns:a16="http://schemas.microsoft.com/office/drawing/2014/main" id="{5D83F1D8-6521-431B-A1BB-4E12D6D486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08">
              <a:extLst>
                <a:ext uri="{FF2B5EF4-FFF2-40B4-BE49-F238E27FC236}">
                  <a16:creationId xmlns:a16="http://schemas.microsoft.com/office/drawing/2014/main" id="{E6B06BE1-7C46-4C48-91BC-25A4F6C994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09">
              <a:extLst>
                <a:ext uri="{FF2B5EF4-FFF2-40B4-BE49-F238E27FC236}">
                  <a16:creationId xmlns:a16="http://schemas.microsoft.com/office/drawing/2014/main" id="{A8D3C533-E42C-425D-9022-E2F199C8F9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1545820-AF2B-4BD9-81C9-5E978961AB0E}"/>
              </a:ext>
            </a:extLst>
          </p:cNvPr>
          <p:cNvGrpSpPr/>
          <p:nvPr/>
        </p:nvGrpSpPr>
        <p:grpSpPr>
          <a:xfrm>
            <a:off x="7747185" y="4933303"/>
            <a:ext cx="177800" cy="232573"/>
            <a:chOff x="5152527" y="6176963"/>
            <a:chExt cx="177800" cy="232573"/>
          </a:xfrm>
        </p:grpSpPr>
        <p:sp>
          <p:nvSpPr>
            <p:cNvPr id="47" name="Line 28">
              <a:extLst>
                <a:ext uri="{FF2B5EF4-FFF2-40B4-BE49-F238E27FC236}">
                  <a16:creationId xmlns:a16="http://schemas.microsoft.com/office/drawing/2014/main" id="{FD9E2229-F3C0-4AC2-A8A2-A3BD7A72B4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52527" y="6176963"/>
              <a:ext cx="0" cy="232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8">
              <a:extLst>
                <a:ext uri="{FF2B5EF4-FFF2-40B4-BE49-F238E27FC236}">
                  <a16:creationId xmlns:a16="http://schemas.microsoft.com/office/drawing/2014/main" id="{6D07750E-3C2B-48A0-85CD-1B87599E201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37194" y="6217049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8">
              <a:extLst>
                <a:ext uri="{FF2B5EF4-FFF2-40B4-BE49-F238E27FC236}">
                  <a16:creationId xmlns:a16="http://schemas.microsoft.com/office/drawing/2014/main" id="{63D86EB0-862D-4566-B373-38F15B797E3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30327" y="6267848"/>
              <a:ext cx="0" cy="678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" name="Line 27">
            <a:extLst>
              <a:ext uri="{FF2B5EF4-FFF2-40B4-BE49-F238E27FC236}">
                <a16:creationId xmlns:a16="http://schemas.microsoft.com/office/drawing/2014/main" id="{EABDF0BA-12BA-4A54-8F5B-023888C2183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426385" y="5039136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Freeform 12">
            <a:extLst>
              <a:ext uri="{FF2B5EF4-FFF2-40B4-BE49-F238E27FC236}">
                <a16:creationId xmlns:a16="http://schemas.microsoft.com/office/drawing/2014/main" id="{4A92FCCC-AB2B-4FB1-8282-BB610A2F7493}"/>
              </a:ext>
            </a:extLst>
          </p:cNvPr>
          <p:cNvSpPr>
            <a:spLocks noChangeAspect="1"/>
          </p:cNvSpPr>
          <p:nvPr/>
        </p:nvSpPr>
        <p:spPr bwMode="auto">
          <a:xfrm>
            <a:off x="7603756" y="3634087"/>
            <a:ext cx="79313" cy="538192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502C4EC-0B1E-4148-980D-9EF1787F3755}"/>
              </a:ext>
            </a:extLst>
          </p:cNvPr>
          <p:cNvSpPr/>
          <p:nvPr/>
        </p:nvSpPr>
        <p:spPr>
          <a:xfrm>
            <a:off x="8404950" y="3538515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reeform 12">
            <a:extLst>
              <a:ext uri="{FF2B5EF4-FFF2-40B4-BE49-F238E27FC236}">
                <a16:creationId xmlns:a16="http://schemas.microsoft.com/office/drawing/2014/main" id="{D8DAF885-9FEA-4588-8897-DA0EB6561941}"/>
              </a:ext>
            </a:extLst>
          </p:cNvPr>
          <p:cNvSpPr>
            <a:spLocks noChangeAspect="1"/>
          </p:cNvSpPr>
          <p:nvPr/>
        </p:nvSpPr>
        <p:spPr bwMode="auto">
          <a:xfrm>
            <a:off x="9307473" y="3634087"/>
            <a:ext cx="79313" cy="538192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Freeform 12">
            <a:extLst>
              <a:ext uri="{FF2B5EF4-FFF2-40B4-BE49-F238E27FC236}">
                <a16:creationId xmlns:a16="http://schemas.microsoft.com/office/drawing/2014/main" id="{00D12E98-CEFC-42E8-B447-D21FB33940AF}"/>
              </a:ext>
            </a:extLst>
          </p:cNvPr>
          <p:cNvSpPr>
            <a:spLocks noChangeAspect="1"/>
          </p:cNvSpPr>
          <p:nvPr/>
        </p:nvSpPr>
        <p:spPr bwMode="auto">
          <a:xfrm>
            <a:off x="7603756" y="4168978"/>
            <a:ext cx="79313" cy="538192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Freeform 12">
            <a:extLst>
              <a:ext uri="{FF2B5EF4-FFF2-40B4-BE49-F238E27FC236}">
                <a16:creationId xmlns:a16="http://schemas.microsoft.com/office/drawing/2014/main" id="{EABBB7A0-441D-446E-9D7E-AF6E4895023B}"/>
              </a:ext>
            </a:extLst>
          </p:cNvPr>
          <p:cNvSpPr>
            <a:spLocks noChangeAspect="1"/>
          </p:cNvSpPr>
          <p:nvPr/>
        </p:nvSpPr>
        <p:spPr bwMode="auto">
          <a:xfrm>
            <a:off x="8415957" y="4157366"/>
            <a:ext cx="79313" cy="538192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36A9A5E-4858-4C0A-9BFE-562BABAA7975}"/>
              </a:ext>
            </a:extLst>
          </p:cNvPr>
          <p:cNvSpPr/>
          <p:nvPr/>
        </p:nvSpPr>
        <p:spPr>
          <a:xfrm>
            <a:off x="7996488" y="4053403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Line 28">
            <a:extLst>
              <a:ext uri="{FF2B5EF4-FFF2-40B4-BE49-F238E27FC236}">
                <a16:creationId xmlns:a16="http://schemas.microsoft.com/office/drawing/2014/main" id="{B4ACEA6D-D8A2-43FA-A6ED-AB45C48319E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53780" y="3090333"/>
            <a:ext cx="0" cy="1933855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28">
            <a:extLst>
              <a:ext uri="{FF2B5EF4-FFF2-40B4-BE49-F238E27FC236}">
                <a16:creationId xmlns:a16="http://schemas.microsoft.com/office/drawing/2014/main" id="{907A796C-C1CD-4B8F-B3C3-E4A7E5971E9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591300" y="4686449"/>
            <a:ext cx="0" cy="384886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73F11A2-4DCE-4BE4-A50F-3A608F2C1DBF}"/>
                  </a:ext>
                </a:extLst>
              </p:cNvPr>
              <p:cNvSpPr txBox="1"/>
              <p:nvPr/>
            </p:nvSpPr>
            <p:spPr>
              <a:xfrm>
                <a:off x="6611814" y="5059219"/>
                <a:ext cx="50103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560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73F11A2-4DCE-4BE4-A50F-3A608F2C1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814" y="5059219"/>
                <a:ext cx="501035" cy="261610"/>
              </a:xfrm>
              <a:prstGeom prst="rect">
                <a:avLst/>
              </a:prstGeom>
              <a:blipFill>
                <a:blip r:embed="rId2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4F945709-5A49-49DA-8D50-06828A5AF765}"/>
              </a:ext>
            </a:extLst>
          </p:cNvPr>
          <p:cNvSpPr txBox="1"/>
          <p:nvPr/>
        </p:nvSpPr>
        <p:spPr>
          <a:xfrm>
            <a:off x="7180091" y="5077372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3F9FD4-742F-4C4E-BBF8-5704C0AA8109}"/>
              </a:ext>
            </a:extLst>
          </p:cNvPr>
          <p:cNvSpPr txBox="1"/>
          <p:nvPr/>
        </p:nvSpPr>
        <p:spPr>
          <a:xfrm>
            <a:off x="6141886" y="2785781"/>
            <a:ext cx="7264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CIRCUIT 2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4F248DB-8A7A-4DB9-83B4-B8B42D8CD289}"/>
              </a:ext>
            </a:extLst>
          </p:cNvPr>
          <p:cNvSpPr/>
          <p:nvPr/>
        </p:nvSpPr>
        <p:spPr>
          <a:xfrm>
            <a:off x="6922887" y="3007860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45D20F5-63ED-4B0E-BDE5-300E32C7CFB9}"/>
              </a:ext>
            </a:extLst>
          </p:cNvPr>
          <p:cNvSpPr/>
          <p:nvPr/>
        </p:nvSpPr>
        <p:spPr>
          <a:xfrm>
            <a:off x="7543848" y="3513201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2353396-1815-4A3F-9C96-4F0EC6E14BAF}"/>
              </a:ext>
            </a:extLst>
          </p:cNvPr>
          <p:cNvSpPr/>
          <p:nvPr/>
        </p:nvSpPr>
        <p:spPr>
          <a:xfrm>
            <a:off x="7538021" y="4064978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52C0213-C7A9-4C35-8D59-DF08A99C3CE5}"/>
              </a:ext>
            </a:extLst>
          </p:cNvPr>
          <p:cNvSpPr/>
          <p:nvPr/>
        </p:nvSpPr>
        <p:spPr>
          <a:xfrm>
            <a:off x="6918188" y="4571495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D72582-9EFB-445D-9FDE-6ECF192BB001}"/>
              </a:ext>
            </a:extLst>
          </p:cNvPr>
          <p:cNvSpPr txBox="1"/>
          <p:nvPr/>
        </p:nvSpPr>
        <p:spPr>
          <a:xfrm>
            <a:off x="6913195" y="2984864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852F76-39F6-4041-A750-3FBF9B41AC56}"/>
              </a:ext>
            </a:extLst>
          </p:cNvPr>
          <p:cNvSpPr txBox="1"/>
          <p:nvPr/>
        </p:nvSpPr>
        <p:spPr>
          <a:xfrm>
            <a:off x="7529491" y="3494870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7FBC74-35A0-4F12-8532-74541E02F122}"/>
              </a:ext>
            </a:extLst>
          </p:cNvPr>
          <p:cNvSpPr txBox="1"/>
          <p:nvPr/>
        </p:nvSpPr>
        <p:spPr>
          <a:xfrm>
            <a:off x="7532387" y="403924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37F181-4A98-4D34-B756-FEB8D7BEC881}"/>
              </a:ext>
            </a:extLst>
          </p:cNvPr>
          <p:cNvSpPr txBox="1"/>
          <p:nvPr/>
        </p:nvSpPr>
        <p:spPr>
          <a:xfrm>
            <a:off x="6900038" y="4547474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262289-74B6-43A4-B2D9-AB434E999671}"/>
              </a:ext>
            </a:extLst>
          </p:cNvPr>
          <p:cNvSpPr txBox="1"/>
          <p:nvPr/>
        </p:nvSpPr>
        <p:spPr>
          <a:xfrm>
            <a:off x="6057674" y="4752424"/>
            <a:ext cx="5020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POWER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DC6B38-DF02-4737-AC96-56D549E08546}"/>
              </a:ext>
            </a:extLst>
          </p:cNvPr>
          <p:cNvSpPr txBox="1"/>
          <p:nvPr/>
        </p:nvSpPr>
        <p:spPr>
          <a:xfrm>
            <a:off x="8390949" y="3536768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DC3A689-1D45-4559-A3DA-4D11B89DE102}"/>
              </a:ext>
            </a:extLst>
          </p:cNvPr>
          <p:cNvSpPr txBox="1"/>
          <p:nvPr/>
        </p:nvSpPr>
        <p:spPr>
          <a:xfrm>
            <a:off x="7982989" y="4054857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262E252-3980-420A-89F0-D4F2009330F8}"/>
                  </a:ext>
                </a:extLst>
              </p:cNvPr>
              <p:cNvSpPr txBox="1"/>
              <p:nvPr/>
            </p:nvSpPr>
            <p:spPr>
              <a:xfrm>
                <a:off x="7043157" y="3245512"/>
                <a:ext cx="41908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262E252-3980-420A-89F0-D4F200933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157" y="3245512"/>
                <a:ext cx="419089" cy="253916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D25D28D-4228-4D1B-ACC5-D68C92BA15FE}"/>
                  </a:ext>
                </a:extLst>
              </p:cNvPr>
              <p:cNvSpPr txBox="1"/>
              <p:nvPr/>
            </p:nvSpPr>
            <p:spPr>
              <a:xfrm>
                <a:off x="7063874" y="3739795"/>
                <a:ext cx="40947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2k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D25D28D-4228-4D1B-ACC5-D68C92BA1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874" y="3739795"/>
                <a:ext cx="409471" cy="253916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A97322-54D0-45A4-A241-BCB220E912B7}"/>
                  </a:ext>
                </a:extLst>
              </p:cNvPr>
              <p:cNvSpPr txBox="1"/>
              <p:nvPr/>
            </p:nvSpPr>
            <p:spPr>
              <a:xfrm>
                <a:off x="7088631" y="4246563"/>
                <a:ext cx="41908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3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A97322-54D0-45A4-A241-BCB220E91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631" y="4246563"/>
                <a:ext cx="419089" cy="253916"/>
              </a:xfrm>
              <a:prstGeom prst="rect">
                <a:avLst/>
              </a:prstGeom>
              <a:blipFill>
                <a:blip r:embed="rId5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BD6D1D9-811A-4397-B1BD-F0EB2145DB2E}"/>
                  </a:ext>
                </a:extLst>
              </p:cNvPr>
              <p:cNvSpPr txBox="1"/>
              <p:nvPr/>
            </p:nvSpPr>
            <p:spPr>
              <a:xfrm>
                <a:off x="9356153" y="3746440"/>
                <a:ext cx="45595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US" sz="1050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BD6D1D9-811A-4397-B1BD-F0EB2145D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153" y="3746440"/>
                <a:ext cx="455959" cy="2539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7C36869-50FC-45AA-BF53-752F61C7EEAE}"/>
                  </a:ext>
                </a:extLst>
              </p:cNvPr>
              <p:cNvSpPr txBox="1"/>
              <p:nvPr/>
            </p:nvSpPr>
            <p:spPr>
              <a:xfrm>
                <a:off x="8476723" y="4265805"/>
                <a:ext cx="40947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2k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7C36869-50FC-45AA-BF53-752F61C7E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723" y="4265805"/>
                <a:ext cx="409471" cy="253916"/>
              </a:xfrm>
              <a:prstGeom prst="rect">
                <a:avLst/>
              </a:prstGeom>
              <a:blipFill>
                <a:blip r:embed="rId7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64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7E77E9B-A1E9-4FFA-AC06-32FF775AE3A8}"/>
              </a:ext>
            </a:extLst>
          </p:cNvPr>
          <p:cNvSpPr/>
          <p:nvPr/>
        </p:nvSpPr>
        <p:spPr>
          <a:xfrm rot="5400000">
            <a:off x="7976906" y="2036210"/>
            <a:ext cx="2551176" cy="4507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76038-8899-4BD4-87ED-255C1B67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3 – Mixed DC and Can’t measure resistance in a LIVE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7DD8-1704-44EB-8FA2-BE07EDE2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53583" cy="4351338"/>
          </a:xfrm>
        </p:spPr>
        <p:txBody>
          <a:bodyPr>
            <a:normAutofit/>
          </a:bodyPr>
          <a:lstStyle/>
          <a:p>
            <a:r>
              <a:rPr lang="en-US" dirty="0"/>
              <a:t>Learning Goals</a:t>
            </a:r>
          </a:p>
          <a:p>
            <a:pPr lvl="1"/>
            <a:r>
              <a:rPr lang="en-US" dirty="0"/>
              <a:t>Analysis techniques</a:t>
            </a:r>
          </a:p>
          <a:p>
            <a:r>
              <a:rPr lang="en-US" dirty="0"/>
              <a:t>PCB notes</a:t>
            </a:r>
          </a:p>
          <a:p>
            <a:pPr lvl="1"/>
            <a:r>
              <a:rPr lang="en-US" dirty="0"/>
              <a:t>Switches on either side of the potentiometer</a:t>
            </a:r>
          </a:p>
          <a:p>
            <a:pPr lvl="1"/>
            <a:r>
              <a:rPr lang="en-US" dirty="0"/>
              <a:t>ADD MEASURE PADS all throughout</a:t>
            </a:r>
          </a:p>
          <a:p>
            <a:pPr lvl="1"/>
            <a:r>
              <a:rPr lang="en-US" dirty="0"/>
              <a:t>Current source is this: (make it have the symbol on the silk screen)</a:t>
            </a:r>
          </a:p>
          <a:p>
            <a:r>
              <a:rPr lang="en-US" sz="1800" dirty="0">
                <a:hlinkClick r:id="rId2"/>
              </a:rPr>
              <a:t>https://www.jameco.com/z/LM334Z-LT65-5201--Linear-Technology-IC-LM334Z-LT65-5201-1-to-40V-10mA-Adjustable-Current-Sources-Cut-Tape_23739.html</a:t>
            </a:r>
            <a:r>
              <a:rPr lang="en-US" sz="1800" dirty="0"/>
              <a:t> 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D1868442-B562-4FCA-A85F-8CF8A2D94B8A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101499" y="3135001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06">
            <a:extLst>
              <a:ext uri="{FF2B5EF4-FFF2-40B4-BE49-F238E27FC236}">
                <a16:creationId xmlns:a16="http://schemas.microsoft.com/office/drawing/2014/main" id="{018D3340-E578-4389-B3FD-B8CA6FC12874}"/>
              </a:ext>
            </a:extLst>
          </p:cNvPr>
          <p:cNvGrpSpPr>
            <a:grpSpLocks/>
          </p:cNvGrpSpPr>
          <p:nvPr/>
        </p:nvGrpSpPr>
        <p:grpSpPr bwMode="auto">
          <a:xfrm>
            <a:off x="7224061" y="3816923"/>
            <a:ext cx="304800" cy="762000"/>
            <a:chOff x="4224" y="2400"/>
            <a:chExt cx="192" cy="480"/>
          </a:xfrm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7324A249-6D48-475A-9CFC-463E8207BA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544"/>
              <a:ext cx="192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000"/>
            </a:p>
          </p:txBody>
        </p:sp>
        <p:sp>
          <p:nvSpPr>
            <p:cNvPr id="7" name="Line 21">
              <a:extLst>
                <a:ext uri="{FF2B5EF4-FFF2-40B4-BE49-F238E27FC236}">
                  <a16:creationId xmlns:a16="http://schemas.microsoft.com/office/drawing/2014/main" id="{0FD7CA51-1E1C-437A-8482-0309ECD1CE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4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20F7EAFA-CFF4-46BF-ABF1-DA850C7663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73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E268A031-D6A8-4E44-BECE-F9F98C9E72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59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EBB1AE55-6751-4323-A6BA-B06487223F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2568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CD32EEE1-10F9-4DE1-8DDD-B0B3D5C42D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6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Line 27">
            <a:extLst>
              <a:ext uri="{FF2B5EF4-FFF2-40B4-BE49-F238E27FC236}">
                <a16:creationId xmlns:a16="http://schemas.microsoft.com/office/drawing/2014/main" id="{C8259D93-3877-4FDD-88C7-34254C3081F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391400" y="4934393"/>
            <a:ext cx="354657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28">
            <a:extLst>
              <a:ext uri="{FF2B5EF4-FFF2-40B4-BE49-F238E27FC236}">
                <a16:creationId xmlns:a16="http://schemas.microsoft.com/office/drawing/2014/main" id="{077F946A-1818-4358-B710-513543FB59D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376461" y="3510085"/>
            <a:ext cx="0" cy="328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A30C3C05-5843-4457-9C5F-0A4306692C8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371046" y="3510085"/>
            <a:ext cx="42517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45393433-0455-4302-AFD5-03C427EAC0BD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257661" y="3135000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" name="Group 205">
            <a:extLst>
              <a:ext uri="{FF2B5EF4-FFF2-40B4-BE49-F238E27FC236}">
                <a16:creationId xmlns:a16="http://schemas.microsoft.com/office/drawing/2014/main" id="{DFB7FE5B-E295-4021-8D40-C4DFEC34C31F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8808979" y="3838251"/>
            <a:ext cx="304800" cy="762000"/>
            <a:chOff x="3888" y="2400"/>
            <a:chExt cx="192" cy="480"/>
          </a:xfrm>
        </p:grpSpPr>
        <p:sp>
          <p:nvSpPr>
            <p:cNvPr id="21" name="Oval 40">
              <a:extLst>
                <a:ext uri="{FF2B5EF4-FFF2-40B4-BE49-F238E27FC236}">
                  <a16:creationId xmlns:a16="http://schemas.microsoft.com/office/drawing/2014/main" id="{13FDC221-2B94-436E-BD12-3457C14028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544"/>
              <a:ext cx="192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000"/>
            </a:p>
          </p:txBody>
        </p:sp>
        <p:sp>
          <p:nvSpPr>
            <p:cNvPr id="22" name="Line 41">
              <a:extLst>
                <a:ext uri="{FF2B5EF4-FFF2-40B4-BE49-F238E27FC236}">
                  <a16:creationId xmlns:a16="http://schemas.microsoft.com/office/drawing/2014/main" id="{3D0952E3-4F5A-4F81-8B4E-D0F11957FF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84" y="24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42">
              <a:extLst>
                <a:ext uri="{FF2B5EF4-FFF2-40B4-BE49-F238E27FC236}">
                  <a16:creationId xmlns:a16="http://schemas.microsoft.com/office/drawing/2014/main" id="{0A15FD3F-8E3A-4427-B0BD-1275AEF33E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84" y="273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43">
              <a:extLst>
                <a:ext uri="{FF2B5EF4-FFF2-40B4-BE49-F238E27FC236}">
                  <a16:creationId xmlns:a16="http://schemas.microsoft.com/office/drawing/2014/main" id="{6BF85940-FC4A-4730-9185-D7C558DEDD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84" y="2568"/>
              <a:ext cx="0" cy="1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44">
              <a:extLst>
                <a:ext uri="{FF2B5EF4-FFF2-40B4-BE49-F238E27FC236}">
                  <a16:creationId xmlns:a16="http://schemas.microsoft.com/office/drawing/2014/main" id="{2A00E2F7-FE7C-43D8-B84F-BC1CB610C447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 flipH="1">
              <a:off x="3960" y="2664"/>
              <a:ext cx="48" cy="48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36BAD0-C194-4F0C-BECA-21E825BA67ED}"/>
              </a:ext>
            </a:extLst>
          </p:cNvPr>
          <p:cNvGrpSpPr/>
          <p:nvPr/>
        </p:nvGrpSpPr>
        <p:grpSpPr>
          <a:xfrm rot="3548587">
            <a:off x="10875884" y="3968211"/>
            <a:ext cx="111053" cy="421485"/>
            <a:chOff x="3205747" y="2824013"/>
            <a:chExt cx="76200" cy="262087"/>
          </a:xfrm>
        </p:grpSpPr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75A43D54-85E8-4B22-87A7-6EA2C3446E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44">
              <a:extLst>
                <a:ext uri="{FF2B5EF4-FFF2-40B4-BE49-F238E27FC236}">
                  <a16:creationId xmlns:a16="http://schemas.microsoft.com/office/drawing/2014/main" id="{E407B0C0-DC1F-4870-9F37-11586D5293F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Line 41">
            <a:extLst>
              <a:ext uri="{FF2B5EF4-FFF2-40B4-BE49-F238E27FC236}">
                <a16:creationId xmlns:a16="http://schemas.microsoft.com/office/drawing/2014/main" id="{7D55FA8D-DE05-4401-9556-0560B9264EFC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8957472" y="3512981"/>
            <a:ext cx="0" cy="3259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8" name="Line 41">
            <a:extLst>
              <a:ext uri="{FF2B5EF4-FFF2-40B4-BE49-F238E27FC236}">
                <a16:creationId xmlns:a16="http://schemas.microsoft.com/office/drawing/2014/main" id="{CEDC2A32-16AC-48DA-8929-2BD082A7D67B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7371045" y="4571198"/>
            <a:ext cx="0" cy="3640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B7CBE96-3CB0-4B61-BA15-4DB64E7C5235}"/>
              </a:ext>
            </a:extLst>
          </p:cNvPr>
          <p:cNvSpPr/>
          <p:nvPr/>
        </p:nvSpPr>
        <p:spPr>
          <a:xfrm>
            <a:off x="7292882" y="5236910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 12">
            <a:extLst>
              <a:ext uri="{FF2B5EF4-FFF2-40B4-BE49-F238E27FC236}">
                <a16:creationId xmlns:a16="http://schemas.microsoft.com/office/drawing/2014/main" id="{80C1AFA7-644E-4388-9225-D95B703B4C98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7875405" y="5103394"/>
            <a:ext cx="64398" cy="436986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9" name="Group 218">
            <a:extLst>
              <a:ext uri="{FF2B5EF4-FFF2-40B4-BE49-F238E27FC236}">
                <a16:creationId xmlns:a16="http://schemas.microsoft.com/office/drawing/2014/main" id="{56195CAD-68A4-4D92-B2E3-F51073442C8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8376584" y="4945819"/>
            <a:ext cx="152400" cy="762000"/>
            <a:chOff x="5280" y="1200"/>
            <a:chExt cx="96" cy="480"/>
          </a:xfrm>
        </p:grpSpPr>
        <p:sp>
          <p:nvSpPr>
            <p:cNvPr id="50" name="Line 106">
              <a:extLst>
                <a:ext uri="{FF2B5EF4-FFF2-40B4-BE49-F238E27FC236}">
                  <a16:creationId xmlns:a16="http://schemas.microsoft.com/office/drawing/2014/main" id="{540CF337-864A-46B8-812E-A1AC5934FC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07">
              <a:extLst>
                <a:ext uri="{FF2B5EF4-FFF2-40B4-BE49-F238E27FC236}">
                  <a16:creationId xmlns:a16="http://schemas.microsoft.com/office/drawing/2014/main" id="{6C5CB713-BA26-4D10-AB50-F36EB43A6A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08">
              <a:extLst>
                <a:ext uri="{FF2B5EF4-FFF2-40B4-BE49-F238E27FC236}">
                  <a16:creationId xmlns:a16="http://schemas.microsoft.com/office/drawing/2014/main" id="{831D8109-CB80-454C-BCC3-2AA3444B8E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9">
              <a:extLst>
                <a:ext uri="{FF2B5EF4-FFF2-40B4-BE49-F238E27FC236}">
                  <a16:creationId xmlns:a16="http://schemas.microsoft.com/office/drawing/2014/main" id="{9E3668F8-B5BB-4952-B4A8-D77BD90FC3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16F09EB-2455-41A3-862D-F8E66DCC29FA}"/>
              </a:ext>
            </a:extLst>
          </p:cNvPr>
          <p:cNvGrpSpPr/>
          <p:nvPr/>
        </p:nvGrpSpPr>
        <p:grpSpPr>
          <a:xfrm>
            <a:off x="8821086" y="5216054"/>
            <a:ext cx="177800" cy="232573"/>
            <a:chOff x="5152527" y="6176963"/>
            <a:chExt cx="177800" cy="232573"/>
          </a:xfrm>
        </p:grpSpPr>
        <p:sp>
          <p:nvSpPr>
            <p:cNvPr id="55" name="Line 28">
              <a:extLst>
                <a:ext uri="{FF2B5EF4-FFF2-40B4-BE49-F238E27FC236}">
                  <a16:creationId xmlns:a16="http://schemas.microsoft.com/office/drawing/2014/main" id="{90C39224-BD3B-48E9-8BF9-497FB7BF70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52527" y="6176963"/>
              <a:ext cx="0" cy="2325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8">
              <a:extLst>
                <a:ext uri="{FF2B5EF4-FFF2-40B4-BE49-F238E27FC236}">
                  <a16:creationId xmlns:a16="http://schemas.microsoft.com/office/drawing/2014/main" id="{CEB9566D-DC8E-47A9-9841-2BC9ACDBBC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37194" y="6217049"/>
              <a:ext cx="0" cy="152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8">
              <a:extLst>
                <a:ext uri="{FF2B5EF4-FFF2-40B4-BE49-F238E27FC236}">
                  <a16:creationId xmlns:a16="http://schemas.microsoft.com/office/drawing/2014/main" id="{5169AA80-7802-4B74-8C6B-89C5F11CC4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30327" y="6267848"/>
              <a:ext cx="0" cy="678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Line 27">
            <a:extLst>
              <a:ext uri="{FF2B5EF4-FFF2-40B4-BE49-F238E27FC236}">
                <a16:creationId xmlns:a16="http://schemas.microsoft.com/office/drawing/2014/main" id="{8E7266C1-8495-42D0-96B9-44E638D89B1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500286" y="5321887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40F9B0D-6223-4AC7-BB7E-2CCF08F34B87}"/>
                  </a:ext>
                </a:extLst>
              </p:cNvPr>
              <p:cNvSpPr txBox="1"/>
              <p:nvPr/>
            </p:nvSpPr>
            <p:spPr>
              <a:xfrm>
                <a:off x="7685715" y="5341970"/>
                <a:ext cx="50103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560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40F9B0D-6223-4AC7-BB7E-2CCF08F34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715" y="5341970"/>
                <a:ext cx="501035" cy="261610"/>
              </a:xfrm>
              <a:prstGeom prst="rect">
                <a:avLst/>
              </a:prstGeom>
              <a:blipFill>
                <a:blip r:embed="rId3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A4DE6F85-CC7D-44D0-91AE-C4C5C17CE71B}"/>
              </a:ext>
            </a:extLst>
          </p:cNvPr>
          <p:cNvSpPr txBox="1"/>
          <p:nvPr/>
        </p:nvSpPr>
        <p:spPr>
          <a:xfrm>
            <a:off x="8253992" y="5360123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6A7D00-6C40-4108-B8B1-0D4AE388B916}"/>
              </a:ext>
            </a:extLst>
          </p:cNvPr>
          <p:cNvSpPr txBox="1"/>
          <p:nvPr/>
        </p:nvSpPr>
        <p:spPr>
          <a:xfrm>
            <a:off x="7131575" y="5008763"/>
            <a:ext cx="5020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POWER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FCCB99-3110-4759-8715-B44B0F618EDA}"/>
              </a:ext>
            </a:extLst>
          </p:cNvPr>
          <p:cNvSpPr txBox="1"/>
          <p:nvPr/>
        </p:nvSpPr>
        <p:spPr>
          <a:xfrm>
            <a:off x="7149940" y="3099073"/>
            <a:ext cx="7264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CIRCUIT 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21DF6F6-757D-4181-A31E-3D557D318F18}"/>
              </a:ext>
            </a:extLst>
          </p:cNvPr>
          <p:cNvSpPr/>
          <p:nvPr/>
        </p:nvSpPr>
        <p:spPr>
          <a:xfrm>
            <a:off x="10242626" y="4810749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6630CC2-9988-4088-9927-18F3EAC9A8D1}"/>
              </a:ext>
            </a:extLst>
          </p:cNvPr>
          <p:cNvSpPr/>
          <p:nvPr/>
        </p:nvSpPr>
        <p:spPr>
          <a:xfrm>
            <a:off x="10171801" y="3437966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4F9D454-38A8-4EC8-B998-E4875D78FA63}"/>
              </a:ext>
            </a:extLst>
          </p:cNvPr>
          <p:cNvSpPr/>
          <p:nvPr/>
        </p:nvSpPr>
        <p:spPr>
          <a:xfrm>
            <a:off x="7260896" y="3437966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Line 27">
            <a:extLst>
              <a:ext uri="{FF2B5EF4-FFF2-40B4-BE49-F238E27FC236}">
                <a16:creationId xmlns:a16="http://schemas.microsoft.com/office/drawing/2014/main" id="{35124DDF-E60D-4882-9264-9BF569FC9F5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500653" y="3510085"/>
            <a:ext cx="45681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0" name="Line 41">
            <a:extLst>
              <a:ext uri="{FF2B5EF4-FFF2-40B4-BE49-F238E27FC236}">
                <a16:creationId xmlns:a16="http://schemas.microsoft.com/office/drawing/2014/main" id="{DBE8F321-4338-4C39-A6F2-41571ED5B79A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8957472" y="4578923"/>
            <a:ext cx="0" cy="3554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1E0A843-5832-4B75-8FD1-4F41ABFAA489}"/>
              </a:ext>
            </a:extLst>
          </p:cNvPr>
          <p:cNvSpPr/>
          <p:nvPr/>
        </p:nvSpPr>
        <p:spPr>
          <a:xfrm>
            <a:off x="10592907" y="4810749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 12">
            <a:extLst>
              <a:ext uri="{FF2B5EF4-FFF2-40B4-BE49-F238E27FC236}">
                <a16:creationId xmlns:a16="http://schemas.microsoft.com/office/drawing/2014/main" id="{3FAC272D-77FA-41B9-A9D5-B7F8B4C2B635}"/>
              </a:ext>
            </a:extLst>
          </p:cNvPr>
          <p:cNvSpPr>
            <a:spLocks noChangeAspect="1"/>
          </p:cNvSpPr>
          <p:nvPr/>
        </p:nvSpPr>
        <p:spPr bwMode="auto">
          <a:xfrm>
            <a:off x="10875263" y="3823846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41">
            <a:extLst>
              <a:ext uri="{FF2B5EF4-FFF2-40B4-BE49-F238E27FC236}">
                <a16:creationId xmlns:a16="http://schemas.microsoft.com/office/drawing/2014/main" id="{FF228CBF-81CD-46A8-A6D1-CB0359BDB40F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0937974" y="3490955"/>
            <a:ext cx="0" cy="32596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4" name="Line 41">
            <a:extLst>
              <a:ext uri="{FF2B5EF4-FFF2-40B4-BE49-F238E27FC236}">
                <a16:creationId xmlns:a16="http://schemas.microsoft.com/office/drawing/2014/main" id="{FCC61BD8-A2A7-434B-9B1A-53A5392147A7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0931410" y="4571198"/>
            <a:ext cx="0" cy="35547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3581329-5450-46FF-B0BC-94BA8C361A53}"/>
              </a:ext>
            </a:extLst>
          </p:cNvPr>
          <p:cNvSpPr/>
          <p:nvPr/>
        </p:nvSpPr>
        <p:spPr>
          <a:xfrm>
            <a:off x="10572313" y="3432199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875516E-88CE-410A-B56A-7BA30207BA6E}"/>
                  </a:ext>
                </a:extLst>
              </p:cNvPr>
              <p:cNvSpPr txBox="1"/>
              <p:nvPr/>
            </p:nvSpPr>
            <p:spPr>
              <a:xfrm>
                <a:off x="7915042" y="3625235"/>
                <a:ext cx="5553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1000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875516E-88CE-410A-B56A-7BA30207B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42" y="3625235"/>
                <a:ext cx="555345" cy="253916"/>
              </a:xfrm>
              <a:prstGeom prst="rect">
                <a:avLst/>
              </a:prstGeom>
              <a:blipFill>
                <a:blip r:embed="rId4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4935D17-F522-452F-8810-B7542652C08B}"/>
                  </a:ext>
                </a:extLst>
              </p:cNvPr>
              <p:cNvSpPr txBox="1"/>
              <p:nvPr/>
            </p:nvSpPr>
            <p:spPr>
              <a:xfrm>
                <a:off x="9071681" y="3601204"/>
                <a:ext cx="55534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1000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4935D17-F522-452F-8810-B7542652C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681" y="3601204"/>
                <a:ext cx="555345" cy="253916"/>
              </a:xfrm>
              <a:prstGeom prst="rect">
                <a:avLst/>
              </a:prstGeom>
              <a:blipFill>
                <a:blip r:embed="rId4"/>
                <a:stretch>
                  <a:fillRect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0C151D-702E-4205-B31F-D4D59CEED8FB}"/>
                  </a:ext>
                </a:extLst>
              </p:cNvPr>
              <p:cNvSpPr txBox="1"/>
              <p:nvPr/>
            </p:nvSpPr>
            <p:spPr>
              <a:xfrm rot="5400000">
                <a:off x="10610540" y="4077888"/>
                <a:ext cx="131811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1k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b="0" i="1" smtClean="0">
                        <a:latin typeface="Cambria Math" panose="02040503050406030204" pitchFamily="18" charset="0"/>
                      </a:rPr>
                      <m:t>𝑝𝑜𝑡𝑒𝑛𝑡𝑖𝑜𝑚𝑒𝑡𝑒𝑟</m:t>
                    </m:r>
                  </m:oMath>
                </a14:m>
                <a:endParaRPr lang="en-US" sz="105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0C151D-702E-4205-B31F-D4D59CEED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610540" y="4077888"/>
                <a:ext cx="1318118" cy="253916"/>
              </a:xfrm>
              <a:prstGeom prst="rect">
                <a:avLst/>
              </a:prstGeom>
              <a:blipFill>
                <a:blip r:embed="rId5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Line 28">
            <a:extLst>
              <a:ext uri="{FF2B5EF4-FFF2-40B4-BE49-F238E27FC236}">
                <a16:creationId xmlns:a16="http://schemas.microsoft.com/office/drawing/2014/main" id="{EDAA9108-B5A6-4CF5-B396-332F4CCDCDB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634216" y="3510085"/>
            <a:ext cx="0" cy="184495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" name="Line 28">
            <a:extLst>
              <a:ext uri="{FF2B5EF4-FFF2-40B4-BE49-F238E27FC236}">
                <a16:creationId xmlns:a16="http://schemas.microsoft.com/office/drawing/2014/main" id="{0B65B4CF-FDDD-4296-9CF4-AD1315A2A52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8643842" y="4926669"/>
            <a:ext cx="0" cy="380748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2293E90-82DE-4FC2-85DC-8E93CC0C08C6}"/>
              </a:ext>
            </a:extLst>
          </p:cNvPr>
          <p:cNvSpPr txBox="1"/>
          <p:nvPr/>
        </p:nvSpPr>
        <p:spPr>
          <a:xfrm>
            <a:off x="8209700" y="4027518"/>
            <a:ext cx="5629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LM134</a:t>
            </a:r>
          </a:p>
          <a:p>
            <a:r>
              <a:rPr lang="en-US" sz="1050" dirty="0"/>
              <a:t>2mA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B2501F-ED77-4BA2-999E-34958A49C33F}"/>
              </a:ext>
            </a:extLst>
          </p:cNvPr>
          <p:cNvSpPr txBox="1"/>
          <p:nvPr/>
        </p:nvSpPr>
        <p:spPr>
          <a:xfrm>
            <a:off x="5916712" y="1809960"/>
            <a:ext cx="1273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Standard mini SMD slide switch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72B3910-6C37-4A0B-8A40-BFE1EE7D0959}"/>
              </a:ext>
            </a:extLst>
          </p:cNvPr>
          <p:cNvSpPr/>
          <p:nvPr/>
        </p:nvSpPr>
        <p:spPr>
          <a:xfrm>
            <a:off x="5564961" y="2167662"/>
            <a:ext cx="220299" cy="2079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E5F64FE-CD94-4EEA-83D1-649A5386D06B}"/>
              </a:ext>
            </a:extLst>
          </p:cNvPr>
          <p:cNvSpPr/>
          <p:nvPr/>
        </p:nvSpPr>
        <p:spPr>
          <a:xfrm>
            <a:off x="7682903" y="2167661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A9C80F5-6F20-455D-AD73-1B33B0BA3470}"/>
              </a:ext>
            </a:extLst>
          </p:cNvPr>
          <p:cNvSpPr txBox="1"/>
          <p:nvPr/>
        </p:nvSpPr>
        <p:spPr>
          <a:xfrm>
            <a:off x="7979150" y="2081804"/>
            <a:ext cx="127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point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978823E-34DF-4C67-A0A7-7BC4CE49532C}"/>
              </a:ext>
            </a:extLst>
          </p:cNvPr>
          <p:cNvSpPr/>
          <p:nvPr/>
        </p:nvSpPr>
        <p:spPr>
          <a:xfrm rot="5400000">
            <a:off x="9717269" y="2099145"/>
            <a:ext cx="320253" cy="36341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EB5EDA-732B-4C6B-9467-8434A01C4780}"/>
              </a:ext>
            </a:extLst>
          </p:cNvPr>
          <p:cNvSpPr txBox="1"/>
          <p:nvPr/>
        </p:nvSpPr>
        <p:spPr>
          <a:xfrm>
            <a:off x="10179725" y="1977171"/>
            <a:ext cx="143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Dimension of PCB space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4B780F-E27A-49AF-9BEA-ADA1957E7ADB}"/>
              </a:ext>
            </a:extLst>
          </p:cNvPr>
          <p:cNvSpPr txBox="1"/>
          <p:nvPr/>
        </p:nvSpPr>
        <p:spPr>
          <a:xfrm>
            <a:off x="7252903" y="3407195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D8BB061-1D58-4AF6-816C-57E4B1B03287}"/>
              </a:ext>
            </a:extLst>
          </p:cNvPr>
          <p:cNvSpPr txBox="1"/>
          <p:nvPr/>
        </p:nvSpPr>
        <p:spPr>
          <a:xfrm>
            <a:off x="10549462" y="3410173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6ECAB8C-7BB6-4291-8437-7B547E281D1D}"/>
              </a:ext>
            </a:extLst>
          </p:cNvPr>
          <p:cNvSpPr txBox="1"/>
          <p:nvPr/>
        </p:nvSpPr>
        <p:spPr>
          <a:xfrm>
            <a:off x="10585654" y="4787753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3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61C0CD1-B467-4E13-8005-D42F737D19A7}"/>
              </a:ext>
            </a:extLst>
          </p:cNvPr>
          <p:cNvSpPr/>
          <p:nvPr/>
        </p:nvSpPr>
        <p:spPr>
          <a:xfrm>
            <a:off x="9122457" y="4833744"/>
            <a:ext cx="220299" cy="20792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95B9A0A-CBAC-4483-9513-048F79943137}"/>
              </a:ext>
            </a:extLst>
          </p:cNvPr>
          <p:cNvSpPr txBox="1"/>
          <p:nvPr/>
        </p:nvSpPr>
        <p:spPr>
          <a:xfrm>
            <a:off x="9092866" y="481074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2DDB98C-9EF8-48AF-A460-E72561DFCAE8}"/>
              </a:ext>
            </a:extLst>
          </p:cNvPr>
          <p:cNvSpPr txBox="1"/>
          <p:nvPr/>
        </p:nvSpPr>
        <p:spPr>
          <a:xfrm>
            <a:off x="10165128" y="3400698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</a:t>
            </a:r>
          </a:p>
        </p:txBody>
      </p:sp>
      <p:sp>
        <p:nvSpPr>
          <p:cNvPr id="100" name="Line 27">
            <a:extLst>
              <a:ext uri="{FF2B5EF4-FFF2-40B4-BE49-F238E27FC236}">
                <a16:creationId xmlns:a16="http://schemas.microsoft.com/office/drawing/2014/main" id="{037137EE-E9AC-4A0C-88A7-7D0CEDD835E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671064" y="3517301"/>
            <a:ext cx="12669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6762B2-DD61-4A04-9DDD-5C45079B4D79}"/>
              </a:ext>
            </a:extLst>
          </p:cNvPr>
          <p:cNvSpPr txBox="1"/>
          <p:nvPr/>
        </p:nvSpPr>
        <p:spPr>
          <a:xfrm>
            <a:off x="10225977" y="4787753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6506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6038-8899-4BD4-87ED-255C1B67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4 – Series / Parallel with 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7DD8-1704-44EB-8FA2-BE07EDE2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46400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Learning Goals</a:t>
            </a:r>
          </a:p>
          <a:p>
            <a:pPr lvl="1"/>
            <a:r>
              <a:rPr lang="en-US" dirty="0"/>
              <a:t>Your model is only an approximation</a:t>
            </a:r>
          </a:p>
          <a:p>
            <a:pPr lvl="1"/>
            <a:r>
              <a:rPr lang="en-US" dirty="0"/>
              <a:t>Series/parallel</a:t>
            </a:r>
          </a:p>
          <a:p>
            <a:r>
              <a:rPr lang="en-US" dirty="0"/>
              <a:t>PCB Notes</a:t>
            </a:r>
          </a:p>
          <a:p>
            <a:pPr lvl="1"/>
            <a:r>
              <a:rPr lang="en-US" dirty="0"/>
              <a:t>Add measure pads</a:t>
            </a:r>
          </a:p>
          <a:p>
            <a:pPr lvl="1"/>
            <a:r>
              <a:rPr lang="en-US" dirty="0"/>
              <a:t>Add potentiometers</a:t>
            </a:r>
          </a:p>
          <a:p>
            <a:pPr lvl="1"/>
            <a:r>
              <a:rPr lang="en-US" dirty="0"/>
              <a:t>*** Add a switches to bypass all LEDS with a wire</a:t>
            </a:r>
          </a:p>
          <a:p>
            <a:pPr lvl="1"/>
            <a:r>
              <a:rPr lang="en-US" dirty="0"/>
              <a:t>Make sure source can disconnect on both sides</a:t>
            </a:r>
          </a:p>
        </p:txBody>
      </p:sp>
      <p:grpSp>
        <p:nvGrpSpPr>
          <p:cNvPr id="4" name="Group 206">
            <a:extLst>
              <a:ext uri="{FF2B5EF4-FFF2-40B4-BE49-F238E27FC236}">
                <a16:creationId xmlns:a16="http://schemas.microsoft.com/office/drawing/2014/main" id="{4257A5F7-1F9F-415A-8296-4F67EFDC69D5}"/>
              </a:ext>
            </a:extLst>
          </p:cNvPr>
          <p:cNvGrpSpPr>
            <a:grpSpLocks/>
          </p:cNvGrpSpPr>
          <p:nvPr/>
        </p:nvGrpSpPr>
        <p:grpSpPr bwMode="auto">
          <a:xfrm>
            <a:off x="5194025" y="3429000"/>
            <a:ext cx="304800" cy="762000"/>
            <a:chOff x="4224" y="2400"/>
            <a:chExt cx="192" cy="480"/>
          </a:xfrm>
        </p:grpSpPr>
        <p:sp>
          <p:nvSpPr>
            <p:cNvPr id="5" name="Oval 20">
              <a:extLst>
                <a:ext uri="{FF2B5EF4-FFF2-40B4-BE49-F238E27FC236}">
                  <a16:creationId xmlns:a16="http://schemas.microsoft.com/office/drawing/2014/main" id="{255946DC-5B38-456C-B6E6-0A53565C9F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544"/>
              <a:ext cx="192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000"/>
            </a:p>
          </p:txBody>
        </p:sp>
        <p:sp>
          <p:nvSpPr>
            <p:cNvPr id="6" name="Line 21">
              <a:extLst>
                <a:ext uri="{FF2B5EF4-FFF2-40B4-BE49-F238E27FC236}">
                  <a16:creationId xmlns:a16="http://schemas.microsoft.com/office/drawing/2014/main" id="{60ED408E-08D2-434F-ABDF-8B938F83D6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4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22">
              <a:extLst>
                <a:ext uri="{FF2B5EF4-FFF2-40B4-BE49-F238E27FC236}">
                  <a16:creationId xmlns:a16="http://schemas.microsoft.com/office/drawing/2014/main" id="{065233CA-E7CB-4447-8CB0-93B6CAC77A2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73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85EC8923-1D1A-4E0A-8EAA-E346D104E2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59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2D53BF42-30CB-48AB-8DB2-27579447ED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2568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5">
              <a:extLst>
                <a:ext uri="{FF2B5EF4-FFF2-40B4-BE49-F238E27FC236}">
                  <a16:creationId xmlns:a16="http://schemas.microsoft.com/office/drawing/2014/main" id="{D13AFB77-C28F-4077-BC3B-0222487100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6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Line 28">
            <a:extLst>
              <a:ext uri="{FF2B5EF4-FFF2-40B4-BE49-F238E27FC236}">
                <a16:creationId xmlns:a16="http://schemas.microsoft.com/office/drawing/2014/main" id="{44385640-852D-47B2-9724-4AD5EAB940E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346425" y="2995781"/>
            <a:ext cx="0" cy="43321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41">
            <a:extLst>
              <a:ext uri="{FF2B5EF4-FFF2-40B4-BE49-F238E27FC236}">
                <a16:creationId xmlns:a16="http://schemas.microsoft.com/office/drawing/2014/main" id="{5BF0B8B9-D523-4D83-B271-A3071AD96BF0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5346425" y="4178300"/>
            <a:ext cx="0" cy="11021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708DD1B-D114-4372-A260-8F9AC1152017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6461503" y="2611105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A8FB8F70-4635-4DD5-9CA3-0DD737FA0CCB}"/>
              </a:ext>
            </a:extLst>
          </p:cNvPr>
          <p:cNvSpPr>
            <a:spLocks noChangeAspect="1"/>
          </p:cNvSpPr>
          <p:nvPr/>
        </p:nvSpPr>
        <p:spPr bwMode="auto">
          <a:xfrm>
            <a:off x="7576278" y="3756487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3716DB90-BB02-4BDA-8F75-8F0583735F9C}"/>
              </a:ext>
            </a:extLst>
          </p:cNvPr>
          <p:cNvSpPr>
            <a:spLocks noChangeAspect="1"/>
          </p:cNvSpPr>
          <p:nvPr/>
        </p:nvSpPr>
        <p:spPr bwMode="auto">
          <a:xfrm>
            <a:off x="9845925" y="2991103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E67413AC-E762-45E7-BC95-79F446F18ADA}"/>
              </a:ext>
            </a:extLst>
          </p:cNvPr>
          <p:cNvSpPr>
            <a:spLocks noChangeAspect="1"/>
          </p:cNvSpPr>
          <p:nvPr/>
        </p:nvSpPr>
        <p:spPr bwMode="auto">
          <a:xfrm>
            <a:off x="7576278" y="2994487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AD85CF-C277-4C88-866B-BCE369901EF8}"/>
              </a:ext>
            </a:extLst>
          </p:cNvPr>
          <p:cNvGrpSpPr/>
          <p:nvPr/>
        </p:nvGrpSpPr>
        <p:grpSpPr>
          <a:xfrm rot="2632569">
            <a:off x="6510097" y="2780361"/>
            <a:ext cx="111053" cy="421485"/>
            <a:chOff x="3205747" y="2824013"/>
            <a:chExt cx="76200" cy="262087"/>
          </a:xfrm>
        </p:grpSpPr>
        <p:sp>
          <p:nvSpPr>
            <p:cNvPr id="18" name="Line 43">
              <a:extLst>
                <a:ext uri="{FF2B5EF4-FFF2-40B4-BE49-F238E27FC236}">
                  <a16:creationId xmlns:a16="http://schemas.microsoft.com/office/drawing/2014/main" id="{90223CFE-2BD4-4475-8E2B-52C6ACC5F1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44">
              <a:extLst>
                <a:ext uri="{FF2B5EF4-FFF2-40B4-BE49-F238E27FC236}">
                  <a16:creationId xmlns:a16="http://schemas.microsoft.com/office/drawing/2014/main" id="{EFCF4FC3-1CE8-4A63-8C80-1EB5BC68783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18">
            <a:extLst>
              <a:ext uri="{FF2B5EF4-FFF2-40B4-BE49-F238E27FC236}">
                <a16:creationId xmlns:a16="http://schemas.microsoft.com/office/drawing/2014/main" id="{623913D3-6157-40D1-BB74-FC8490927A7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175225" y="2610103"/>
            <a:ext cx="152400" cy="762000"/>
            <a:chOff x="5280" y="1200"/>
            <a:chExt cx="96" cy="480"/>
          </a:xfrm>
        </p:grpSpPr>
        <p:sp>
          <p:nvSpPr>
            <p:cNvPr id="21" name="Line 106">
              <a:extLst>
                <a:ext uri="{FF2B5EF4-FFF2-40B4-BE49-F238E27FC236}">
                  <a16:creationId xmlns:a16="http://schemas.microsoft.com/office/drawing/2014/main" id="{E2576323-7D20-4A09-B1B4-2ECCF3B965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07">
              <a:extLst>
                <a:ext uri="{FF2B5EF4-FFF2-40B4-BE49-F238E27FC236}">
                  <a16:creationId xmlns:a16="http://schemas.microsoft.com/office/drawing/2014/main" id="{057B75E5-BE24-4926-B255-357CE13460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08">
              <a:extLst>
                <a:ext uri="{FF2B5EF4-FFF2-40B4-BE49-F238E27FC236}">
                  <a16:creationId xmlns:a16="http://schemas.microsoft.com/office/drawing/2014/main" id="{F2471A7E-B205-4CBC-811E-B926E8E4C0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109">
              <a:extLst>
                <a:ext uri="{FF2B5EF4-FFF2-40B4-BE49-F238E27FC236}">
                  <a16:creationId xmlns:a16="http://schemas.microsoft.com/office/drawing/2014/main" id="{220617BA-4DF2-4AFC-BAD1-BBF7B45D05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Freeform 12">
            <a:extLst>
              <a:ext uri="{FF2B5EF4-FFF2-40B4-BE49-F238E27FC236}">
                <a16:creationId xmlns:a16="http://schemas.microsoft.com/office/drawing/2014/main" id="{A5449910-2D68-4AFC-BFAB-10BB4D1A00F2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5697578" y="2611105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" name="Group 218">
            <a:extLst>
              <a:ext uri="{FF2B5EF4-FFF2-40B4-BE49-F238E27FC236}">
                <a16:creationId xmlns:a16="http://schemas.microsoft.com/office/drawing/2014/main" id="{90821370-C668-4BA3-986D-3E2ED0A66FD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556225" y="4518487"/>
            <a:ext cx="152400" cy="762000"/>
            <a:chOff x="5280" y="1200"/>
            <a:chExt cx="96" cy="480"/>
          </a:xfrm>
        </p:grpSpPr>
        <p:sp>
          <p:nvSpPr>
            <p:cNvPr id="27" name="Line 106">
              <a:extLst>
                <a:ext uri="{FF2B5EF4-FFF2-40B4-BE49-F238E27FC236}">
                  <a16:creationId xmlns:a16="http://schemas.microsoft.com/office/drawing/2014/main" id="{BD15BE3A-BF78-4F3D-9343-F6C889CC45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107">
              <a:extLst>
                <a:ext uri="{FF2B5EF4-FFF2-40B4-BE49-F238E27FC236}">
                  <a16:creationId xmlns:a16="http://schemas.microsoft.com/office/drawing/2014/main" id="{0B36F21C-CFBA-4152-88E3-0B71C4E936A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08">
              <a:extLst>
                <a:ext uri="{FF2B5EF4-FFF2-40B4-BE49-F238E27FC236}">
                  <a16:creationId xmlns:a16="http://schemas.microsoft.com/office/drawing/2014/main" id="{A06929C5-3FF3-4208-A462-99D7AF5256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09">
              <a:extLst>
                <a:ext uri="{FF2B5EF4-FFF2-40B4-BE49-F238E27FC236}">
                  <a16:creationId xmlns:a16="http://schemas.microsoft.com/office/drawing/2014/main" id="{5590E5DB-4344-4382-93C4-0D41428645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D38884-E003-42DA-9B8F-97FA4446482A}"/>
              </a:ext>
            </a:extLst>
          </p:cNvPr>
          <p:cNvGrpSpPr/>
          <p:nvPr/>
        </p:nvGrpSpPr>
        <p:grpSpPr>
          <a:xfrm rot="2632569">
            <a:off x="7610590" y="3980258"/>
            <a:ext cx="111053" cy="421485"/>
            <a:chOff x="3205747" y="2824013"/>
            <a:chExt cx="76200" cy="262087"/>
          </a:xfrm>
        </p:grpSpPr>
        <p:sp>
          <p:nvSpPr>
            <p:cNvPr id="32" name="Line 43">
              <a:extLst>
                <a:ext uri="{FF2B5EF4-FFF2-40B4-BE49-F238E27FC236}">
                  <a16:creationId xmlns:a16="http://schemas.microsoft.com/office/drawing/2014/main" id="{DFBAEB70-44B5-49B3-979E-70B67B8F28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44">
              <a:extLst>
                <a:ext uri="{FF2B5EF4-FFF2-40B4-BE49-F238E27FC236}">
                  <a16:creationId xmlns:a16="http://schemas.microsoft.com/office/drawing/2014/main" id="{86BE1028-B0CF-4C3D-BC5D-BFDC65A7ED2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Line 27">
            <a:extLst>
              <a:ext uri="{FF2B5EF4-FFF2-40B4-BE49-F238E27FC236}">
                <a16:creationId xmlns:a16="http://schemas.microsoft.com/office/drawing/2014/main" id="{DA23D107-6C2E-45DF-9057-173AB3DF98D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308325" y="5280487"/>
            <a:ext cx="615295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BB488E-5403-403D-8A0D-736360C6A9FF}"/>
              </a:ext>
            </a:extLst>
          </p:cNvPr>
          <p:cNvGrpSpPr/>
          <p:nvPr/>
        </p:nvGrpSpPr>
        <p:grpSpPr>
          <a:xfrm rot="2632569">
            <a:off x="8772298" y="2786775"/>
            <a:ext cx="111053" cy="421485"/>
            <a:chOff x="3205747" y="2824013"/>
            <a:chExt cx="76200" cy="262087"/>
          </a:xfrm>
        </p:grpSpPr>
        <p:sp>
          <p:nvSpPr>
            <p:cNvPr id="36" name="Line 43">
              <a:extLst>
                <a:ext uri="{FF2B5EF4-FFF2-40B4-BE49-F238E27FC236}">
                  <a16:creationId xmlns:a16="http://schemas.microsoft.com/office/drawing/2014/main" id="{A78341F9-42A0-40CB-8A57-E8D86FC8F6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B054FC8A-8803-47F4-A34E-B3C138BEF1DD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218">
            <a:extLst>
              <a:ext uri="{FF2B5EF4-FFF2-40B4-BE49-F238E27FC236}">
                <a16:creationId xmlns:a16="http://schemas.microsoft.com/office/drawing/2014/main" id="{73BC0D0F-049D-4BFF-8688-BED916EA9597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437426" y="2616517"/>
            <a:ext cx="152400" cy="762000"/>
            <a:chOff x="5280" y="1200"/>
            <a:chExt cx="96" cy="480"/>
          </a:xfrm>
        </p:grpSpPr>
        <p:sp>
          <p:nvSpPr>
            <p:cNvPr id="39" name="Line 106">
              <a:extLst>
                <a:ext uri="{FF2B5EF4-FFF2-40B4-BE49-F238E27FC236}">
                  <a16:creationId xmlns:a16="http://schemas.microsoft.com/office/drawing/2014/main" id="{FE60B31F-EBE6-4002-8284-530BB70005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07">
              <a:extLst>
                <a:ext uri="{FF2B5EF4-FFF2-40B4-BE49-F238E27FC236}">
                  <a16:creationId xmlns:a16="http://schemas.microsoft.com/office/drawing/2014/main" id="{4112C2D9-8D9C-4801-A6E2-76EB51496FA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08">
              <a:extLst>
                <a:ext uri="{FF2B5EF4-FFF2-40B4-BE49-F238E27FC236}">
                  <a16:creationId xmlns:a16="http://schemas.microsoft.com/office/drawing/2014/main" id="{4973B339-BC7E-4231-86F1-404AD72DF94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09">
              <a:extLst>
                <a:ext uri="{FF2B5EF4-FFF2-40B4-BE49-F238E27FC236}">
                  <a16:creationId xmlns:a16="http://schemas.microsoft.com/office/drawing/2014/main" id="{619A4947-FEC3-4E37-9598-F265B88260D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Freeform 12">
            <a:extLst>
              <a:ext uri="{FF2B5EF4-FFF2-40B4-BE49-F238E27FC236}">
                <a16:creationId xmlns:a16="http://schemas.microsoft.com/office/drawing/2014/main" id="{6E010291-6459-40EF-B22C-73441F0E5BB4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7959779" y="2617519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Freeform 12">
            <a:extLst>
              <a:ext uri="{FF2B5EF4-FFF2-40B4-BE49-F238E27FC236}">
                <a16:creationId xmlns:a16="http://schemas.microsoft.com/office/drawing/2014/main" id="{B0299C96-5E83-4828-B9D6-D25105BF3D45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723002" y="2621482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1A6175AF-032F-48B8-B850-81ED98212022}"/>
              </a:ext>
            </a:extLst>
          </p:cNvPr>
          <p:cNvSpPr>
            <a:spLocks noChangeAspect="1"/>
          </p:cNvSpPr>
          <p:nvPr/>
        </p:nvSpPr>
        <p:spPr bwMode="auto">
          <a:xfrm>
            <a:off x="9845925" y="3722088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Freeform 12">
            <a:extLst>
              <a:ext uri="{FF2B5EF4-FFF2-40B4-BE49-F238E27FC236}">
                <a16:creationId xmlns:a16="http://schemas.microsoft.com/office/drawing/2014/main" id="{B66088CF-6ADF-493D-BCE5-F9AA63E08DCD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10243083" y="2621481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7" name="Group 218">
            <a:extLst>
              <a:ext uri="{FF2B5EF4-FFF2-40B4-BE49-F238E27FC236}">
                <a16:creationId xmlns:a16="http://schemas.microsoft.com/office/drawing/2014/main" id="{E56DC1F0-30F6-47C6-B5B0-B826929207B6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9825872" y="4484088"/>
            <a:ext cx="152400" cy="762000"/>
            <a:chOff x="5280" y="1200"/>
            <a:chExt cx="96" cy="480"/>
          </a:xfrm>
        </p:grpSpPr>
        <p:sp>
          <p:nvSpPr>
            <p:cNvPr id="48" name="Line 106">
              <a:extLst>
                <a:ext uri="{FF2B5EF4-FFF2-40B4-BE49-F238E27FC236}">
                  <a16:creationId xmlns:a16="http://schemas.microsoft.com/office/drawing/2014/main" id="{EFCA1E23-C24C-4CFF-8DE1-525300086D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07">
              <a:extLst>
                <a:ext uri="{FF2B5EF4-FFF2-40B4-BE49-F238E27FC236}">
                  <a16:creationId xmlns:a16="http://schemas.microsoft.com/office/drawing/2014/main" id="{34DFAC63-CB52-461A-87E7-956F191067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08">
              <a:extLst>
                <a:ext uri="{FF2B5EF4-FFF2-40B4-BE49-F238E27FC236}">
                  <a16:creationId xmlns:a16="http://schemas.microsoft.com/office/drawing/2014/main" id="{C3339F61-889F-4D61-9993-F32BED17C1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09">
              <a:extLst>
                <a:ext uri="{FF2B5EF4-FFF2-40B4-BE49-F238E27FC236}">
                  <a16:creationId xmlns:a16="http://schemas.microsoft.com/office/drawing/2014/main" id="{AE29C6D8-AE1D-471E-B36F-B3E18EAD0B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A7958F6-EE22-4C95-AB9E-03A32266785F}"/>
              </a:ext>
            </a:extLst>
          </p:cNvPr>
          <p:cNvGrpSpPr/>
          <p:nvPr/>
        </p:nvGrpSpPr>
        <p:grpSpPr>
          <a:xfrm rot="2632569">
            <a:off x="9880237" y="3945859"/>
            <a:ext cx="111053" cy="421485"/>
            <a:chOff x="3205747" y="2824013"/>
            <a:chExt cx="76200" cy="262087"/>
          </a:xfrm>
        </p:grpSpPr>
        <p:sp>
          <p:nvSpPr>
            <p:cNvPr id="53" name="Line 43">
              <a:extLst>
                <a:ext uri="{FF2B5EF4-FFF2-40B4-BE49-F238E27FC236}">
                  <a16:creationId xmlns:a16="http://schemas.microsoft.com/office/drawing/2014/main" id="{0A8836F1-E4C9-4D96-98F0-396E26DE47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772BD89A-1534-4E8A-A2C8-69EEC8CC46F7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5" name="Freeform 12">
            <a:extLst>
              <a:ext uri="{FF2B5EF4-FFF2-40B4-BE49-F238E27FC236}">
                <a16:creationId xmlns:a16="http://schemas.microsoft.com/office/drawing/2014/main" id="{E1E830A8-402E-4646-95E6-020B4E4BBE0E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11005084" y="2611447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AA6E2B8-E226-42F5-873D-DF976AA44B08}"/>
              </a:ext>
            </a:extLst>
          </p:cNvPr>
          <p:cNvGrpSpPr/>
          <p:nvPr/>
        </p:nvGrpSpPr>
        <p:grpSpPr>
          <a:xfrm rot="2632569">
            <a:off x="11049391" y="2746803"/>
            <a:ext cx="111053" cy="421485"/>
            <a:chOff x="3205747" y="2824013"/>
            <a:chExt cx="76200" cy="262087"/>
          </a:xfrm>
        </p:grpSpPr>
        <p:sp>
          <p:nvSpPr>
            <p:cNvPr id="57" name="Line 43">
              <a:extLst>
                <a:ext uri="{FF2B5EF4-FFF2-40B4-BE49-F238E27FC236}">
                  <a16:creationId xmlns:a16="http://schemas.microsoft.com/office/drawing/2014/main" id="{2950BBF3-746B-4A05-8526-CE8FB42148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F7DF5E4F-48D3-487D-8C8B-C240126D7DC3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" name="Freeform 12">
            <a:extLst>
              <a:ext uri="{FF2B5EF4-FFF2-40B4-BE49-F238E27FC236}">
                <a16:creationId xmlns:a16="http://schemas.microsoft.com/office/drawing/2014/main" id="{F678A116-EBE3-4D3C-834D-97D75C5A3B5D}"/>
              </a:ext>
            </a:extLst>
          </p:cNvPr>
          <p:cNvSpPr>
            <a:spLocks noChangeAspect="1"/>
          </p:cNvSpPr>
          <p:nvPr/>
        </p:nvSpPr>
        <p:spPr bwMode="auto">
          <a:xfrm>
            <a:off x="11405134" y="3520932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41">
            <a:extLst>
              <a:ext uri="{FF2B5EF4-FFF2-40B4-BE49-F238E27FC236}">
                <a16:creationId xmlns:a16="http://schemas.microsoft.com/office/drawing/2014/main" id="{5B508F4D-A112-4C09-BCA3-BD162149945B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1461282" y="2972602"/>
            <a:ext cx="0" cy="56223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" name="Line 41">
            <a:extLst>
              <a:ext uri="{FF2B5EF4-FFF2-40B4-BE49-F238E27FC236}">
                <a16:creationId xmlns:a16="http://schemas.microsoft.com/office/drawing/2014/main" id="{2105933C-BC9C-4403-B02C-15B11C1AF3D1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1461281" y="4302857"/>
            <a:ext cx="0" cy="96895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AB326F-9812-4B7E-A1D5-7F3E6C7C482E}"/>
              </a:ext>
            </a:extLst>
          </p:cNvPr>
          <p:cNvSpPr txBox="1"/>
          <p:nvPr/>
        </p:nvSpPr>
        <p:spPr>
          <a:xfrm>
            <a:off x="6446798" y="1748037"/>
            <a:ext cx="324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EDF6DD-DF96-4D21-8849-AE48A177EE6D}"/>
              </a:ext>
            </a:extLst>
          </p:cNvPr>
          <p:cNvCxnSpPr>
            <a:cxnSpLocks/>
          </p:cNvCxnSpPr>
          <p:nvPr/>
        </p:nvCxnSpPr>
        <p:spPr>
          <a:xfrm flipH="1">
            <a:off x="5346424" y="1906985"/>
            <a:ext cx="1064354" cy="1031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8CD2A9-C8D8-4A45-84F8-2C5BEFA041A9}"/>
              </a:ext>
            </a:extLst>
          </p:cNvPr>
          <p:cNvCxnSpPr>
            <a:cxnSpLocks/>
          </p:cNvCxnSpPr>
          <p:nvPr/>
        </p:nvCxnSpPr>
        <p:spPr>
          <a:xfrm flipV="1">
            <a:off x="4544090" y="5203805"/>
            <a:ext cx="739156" cy="12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37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6038-8899-4BD4-87ED-255C1B67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5 – RC time constant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7DD8-1704-44EB-8FA2-BE07EDE2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780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Learning goal</a:t>
            </a:r>
          </a:p>
          <a:p>
            <a:pPr lvl="1"/>
            <a:r>
              <a:rPr lang="en-US" dirty="0"/>
              <a:t>Transient</a:t>
            </a:r>
          </a:p>
          <a:p>
            <a:pPr lvl="1"/>
            <a:r>
              <a:rPr lang="en-US" dirty="0"/>
              <a:t>555 timer</a:t>
            </a:r>
          </a:p>
          <a:p>
            <a:r>
              <a:rPr lang="en-US" dirty="0"/>
              <a:t>PCB</a:t>
            </a:r>
          </a:p>
          <a:p>
            <a:pPr lvl="1"/>
            <a:r>
              <a:rPr lang="en-US" dirty="0"/>
              <a:t>Have switch to turn on/off square wave</a:t>
            </a:r>
          </a:p>
          <a:p>
            <a:pPr lvl="1"/>
            <a:r>
              <a:rPr lang="en-US" dirty="0"/>
              <a:t>Have potentiometer to set frequency</a:t>
            </a:r>
          </a:p>
          <a:p>
            <a:pPr lvl="1"/>
            <a:r>
              <a:rPr lang="en-US" dirty="0"/>
              <a:t>Have two R values and a switch to change.  </a:t>
            </a:r>
          </a:p>
          <a:p>
            <a:pPr lvl="1"/>
            <a:r>
              <a:rPr lang="en-US" dirty="0"/>
              <a:t>LED should fade in and 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AB7FA-7788-49D2-9885-F49BFEC3F338}"/>
              </a:ext>
            </a:extLst>
          </p:cNvPr>
          <p:cNvSpPr/>
          <p:nvPr/>
        </p:nvSpPr>
        <p:spPr>
          <a:xfrm>
            <a:off x="5159141" y="2377440"/>
            <a:ext cx="1867301" cy="1434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555 Timer w/ external pot for frequency control</a:t>
            </a:r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24FC926E-9FA4-4855-8DC0-B75163742913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183471" y="2281414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035D90A8-0484-4E65-8930-4A868016343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26442" y="2662415"/>
            <a:ext cx="832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210">
            <a:extLst>
              <a:ext uri="{FF2B5EF4-FFF2-40B4-BE49-F238E27FC236}">
                <a16:creationId xmlns:a16="http://schemas.microsoft.com/office/drawing/2014/main" id="{AD27A08C-0F15-4FB9-9CC6-4D7F703C5348}"/>
              </a:ext>
            </a:extLst>
          </p:cNvPr>
          <p:cNvGrpSpPr>
            <a:grpSpLocks/>
          </p:cNvGrpSpPr>
          <p:nvPr/>
        </p:nvGrpSpPr>
        <p:grpSpPr bwMode="auto">
          <a:xfrm>
            <a:off x="8477571" y="2662414"/>
            <a:ext cx="304800" cy="762000"/>
            <a:chOff x="3216" y="1728"/>
            <a:chExt cx="192" cy="480"/>
          </a:xfrm>
        </p:grpSpPr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785A6F36-9657-4DDB-AE99-260AA7CB4A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1728"/>
              <a:ext cx="0" cy="2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99ADD135-B278-4AEF-80D5-6C43588650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2" y="1992"/>
              <a:ext cx="0" cy="2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AA487E10-8BF3-422A-8896-005DB5352B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6" y="1944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CD4A0196-3110-4604-B94F-57E1BA15DB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6" y="19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Line 27">
            <a:extLst>
              <a:ext uri="{FF2B5EF4-FFF2-40B4-BE49-F238E27FC236}">
                <a16:creationId xmlns:a16="http://schemas.microsoft.com/office/drawing/2014/main" id="{A46CD2B4-BF94-4653-B234-E752874A1BA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026442" y="3424414"/>
            <a:ext cx="312698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785B965E-5196-46A3-8E38-18662CB25C69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196955" y="1843676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41">
            <a:extLst>
              <a:ext uri="{FF2B5EF4-FFF2-40B4-BE49-F238E27FC236}">
                <a16:creationId xmlns:a16="http://schemas.microsoft.com/office/drawing/2014/main" id="{95D69778-C637-4492-B305-2DA110BF7612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8629971" y="2218984"/>
            <a:ext cx="0" cy="4434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0" name="Line 41">
            <a:extLst>
              <a:ext uri="{FF2B5EF4-FFF2-40B4-BE49-F238E27FC236}">
                <a16:creationId xmlns:a16="http://schemas.microsoft.com/office/drawing/2014/main" id="{5DA506BF-8000-41AD-9F7B-94044B10741B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7858618" y="2218984"/>
            <a:ext cx="0" cy="4434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51D505-C86A-4825-A3E3-5744105173FC}"/>
              </a:ext>
            </a:extLst>
          </p:cNvPr>
          <p:cNvSpPr txBox="1"/>
          <p:nvPr/>
        </p:nvSpPr>
        <p:spPr>
          <a:xfrm>
            <a:off x="9126206" y="1257028"/>
            <a:ext cx="324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9DF7FB-31DB-4D7B-9205-EA64F18D6579}"/>
              </a:ext>
            </a:extLst>
          </p:cNvPr>
          <p:cNvCxnSpPr>
            <a:cxnSpLocks/>
          </p:cNvCxnSpPr>
          <p:nvPr/>
        </p:nvCxnSpPr>
        <p:spPr>
          <a:xfrm flipH="1">
            <a:off x="7858618" y="1415976"/>
            <a:ext cx="1231568" cy="961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18">
            <a:extLst>
              <a:ext uri="{FF2B5EF4-FFF2-40B4-BE49-F238E27FC236}">
                <a16:creationId xmlns:a16="http://schemas.microsoft.com/office/drawing/2014/main" id="{365C4522-7431-4D96-A86F-143F7835610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696227" y="2281414"/>
            <a:ext cx="152400" cy="762000"/>
            <a:chOff x="5280" y="1200"/>
            <a:chExt cx="96" cy="480"/>
          </a:xfrm>
        </p:grpSpPr>
        <p:sp>
          <p:nvSpPr>
            <p:cNvPr id="24" name="Line 106">
              <a:extLst>
                <a:ext uri="{FF2B5EF4-FFF2-40B4-BE49-F238E27FC236}">
                  <a16:creationId xmlns:a16="http://schemas.microsoft.com/office/drawing/2014/main" id="{720B19B2-EF41-4411-880B-38691A9248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20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107">
              <a:extLst>
                <a:ext uri="{FF2B5EF4-FFF2-40B4-BE49-F238E27FC236}">
                  <a16:creationId xmlns:a16="http://schemas.microsoft.com/office/drawing/2014/main" id="{0F693F52-FC87-4CCB-81F1-0493DB944A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0" y="139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8">
              <a:extLst>
                <a:ext uri="{FF2B5EF4-FFF2-40B4-BE49-F238E27FC236}">
                  <a16:creationId xmlns:a16="http://schemas.microsoft.com/office/drawing/2014/main" id="{61EA47C7-AA22-4376-8B0A-07E2D19E4F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280" y="1392"/>
              <a:ext cx="96" cy="96"/>
            </a:xfrm>
            <a:custGeom>
              <a:avLst/>
              <a:gdLst>
                <a:gd name="T0" fmla="*/ 5 w 288"/>
                <a:gd name="T1" fmla="*/ 0 h 240"/>
                <a:gd name="T2" fmla="*/ 0 w 288"/>
                <a:gd name="T3" fmla="*/ 15 h 240"/>
                <a:gd name="T4" fmla="*/ 11 w 288"/>
                <a:gd name="T5" fmla="*/ 15 h 240"/>
                <a:gd name="T6" fmla="*/ 5 w 288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144" y="0"/>
                  </a:moveTo>
                  <a:lnTo>
                    <a:pt x="0" y="240"/>
                  </a:lnTo>
                  <a:lnTo>
                    <a:pt x="288" y="24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09">
              <a:extLst>
                <a:ext uri="{FF2B5EF4-FFF2-40B4-BE49-F238E27FC236}">
                  <a16:creationId xmlns:a16="http://schemas.microsoft.com/office/drawing/2014/main" id="{478AF131-9187-40E7-83D5-7AC8E19A51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28" y="148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12">
            <a:extLst>
              <a:ext uri="{FF2B5EF4-FFF2-40B4-BE49-F238E27FC236}">
                <a16:creationId xmlns:a16="http://schemas.microsoft.com/office/drawing/2014/main" id="{914BF06B-B01D-4541-BB01-738AE58198AF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964177" y="2289485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A76F8D49-26BE-4D14-B3ED-E0225B0490E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153427" y="2662414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2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6038-8899-4BD4-87ED-255C1B67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6 – Dependent Voltage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7DD8-1704-44EB-8FA2-BE07EDE2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1198" cy="4351338"/>
          </a:xfrm>
        </p:spPr>
        <p:txBody>
          <a:bodyPr/>
          <a:lstStyle/>
          <a:p>
            <a:r>
              <a:rPr lang="en-US" dirty="0"/>
              <a:t>Learning Goals</a:t>
            </a:r>
          </a:p>
          <a:p>
            <a:pPr lvl="1"/>
            <a:r>
              <a:rPr lang="en-US" dirty="0"/>
              <a:t>Dependent source</a:t>
            </a:r>
          </a:p>
          <a:p>
            <a:pPr lvl="1"/>
            <a:r>
              <a:rPr lang="en-US" dirty="0"/>
              <a:t>Power</a:t>
            </a:r>
          </a:p>
          <a:p>
            <a:r>
              <a:rPr lang="en-US" dirty="0"/>
              <a:t>PCB Notes</a:t>
            </a:r>
          </a:p>
          <a:p>
            <a:pPr lvl="1"/>
            <a:r>
              <a:rPr lang="en-US" dirty="0"/>
              <a:t>Use LM358 (or equivalent) single sided op-amp</a:t>
            </a:r>
          </a:p>
          <a:p>
            <a:pPr lvl="1"/>
            <a:r>
              <a:rPr lang="en-US" dirty="0"/>
              <a:t>Have non-inverting configuration w/ fixed gain of 2</a:t>
            </a:r>
          </a:p>
          <a:p>
            <a:pPr lvl="1"/>
            <a:r>
              <a:rPr lang="en-US" dirty="0"/>
              <a:t>PADs to measure</a:t>
            </a: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FAEB4691-4A10-451D-B5FD-B7B335D4C13B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279999" y="2293512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06">
            <a:extLst>
              <a:ext uri="{FF2B5EF4-FFF2-40B4-BE49-F238E27FC236}">
                <a16:creationId xmlns:a16="http://schemas.microsoft.com/office/drawing/2014/main" id="{89E67D51-014C-4A1C-834E-E99CC3DFCB0C}"/>
              </a:ext>
            </a:extLst>
          </p:cNvPr>
          <p:cNvGrpSpPr>
            <a:grpSpLocks/>
          </p:cNvGrpSpPr>
          <p:nvPr/>
        </p:nvGrpSpPr>
        <p:grpSpPr bwMode="auto">
          <a:xfrm>
            <a:off x="7790047" y="3350395"/>
            <a:ext cx="304800" cy="762000"/>
            <a:chOff x="4224" y="2400"/>
            <a:chExt cx="192" cy="480"/>
          </a:xfrm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2A4AFBA8-9AA1-4A41-9DCA-AD5880DD57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24" y="2544"/>
              <a:ext cx="192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2000"/>
            </a:p>
          </p:txBody>
        </p:sp>
        <p:sp>
          <p:nvSpPr>
            <p:cNvPr id="7" name="Line 21">
              <a:extLst>
                <a:ext uri="{FF2B5EF4-FFF2-40B4-BE49-F238E27FC236}">
                  <a16:creationId xmlns:a16="http://schemas.microsoft.com/office/drawing/2014/main" id="{E2FAD824-EF25-4C0C-A077-373980B356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400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2">
              <a:extLst>
                <a:ext uri="{FF2B5EF4-FFF2-40B4-BE49-F238E27FC236}">
                  <a16:creationId xmlns:a16="http://schemas.microsoft.com/office/drawing/2014/main" id="{2554E36C-0951-47EC-9DE9-8E8FD00F6C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20" y="273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3">
              <a:extLst>
                <a:ext uri="{FF2B5EF4-FFF2-40B4-BE49-F238E27FC236}">
                  <a16:creationId xmlns:a16="http://schemas.microsoft.com/office/drawing/2014/main" id="{412AD044-295D-44BC-8F5D-83EC153C6C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59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5C061471-186C-4F15-9F12-FD49D5B4F1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20" y="2568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276CAC47-0D36-4E45-9B55-AE8642EF7F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296" y="26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Line 27">
            <a:extLst>
              <a:ext uri="{FF2B5EF4-FFF2-40B4-BE49-F238E27FC236}">
                <a16:creationId xmlns:a16="http://schemas.microsoft.com/office/drawing/2014/main" id="{B11C61D6-041B-4003-B7A9-8BA648D23DB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955146" y="4732131"/>
            <a:ext cx="68178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41">
            <a:extLst>
              <a:ext uri="{FF2B5EF4-FFF2-40B4-BE49-F238E27FC236}">
                <a16:creationId xmlns:a16="http://schemas.microsoft.com/office/drawing/2014/main" id="{753D0134-D66B-4C5A-8D28-0A3A02EAA819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10087285" y="4172549"/>
            <a:ext cx="0" cy="5595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4" name="Line 41">
            <a:extLst>
              <a:ext uri="{FF2B5EF4-FFF2-40B4-BE49-F238E27FC236}">
                <a16:creationId xmlns:a16="http://schemas.microsoft.com/office/drawing/2014/main" id="{9BE4A5B3-4115-4230-A23A-4CE9EAF9521A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7929336" y="2672410"/>
            <a:ext cx="0" cy="67798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" name="Line 41">
            <a:extLst>
              <a:ext uri="{FF2B5EF4-FFF2-40B4-BE49-F238E27FC236}">
                <a16:creationId xmlns:a16="http://schemas.microsoft.com/office/drawing/2014/main" id="{731E622B-E601-41BD-9E4E-17FDDF6D757E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7948586" y="4102555"/>
            <a:ext cx="0" cy="629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AC0318-7EC6-4A57-93B1-488B26E47EEF}"/>
              </a:ext>
            </a:extLst>
          </p:cNvPr>
          <p:cNvSpPr/>
          <p:nvPr/>
        </p:nvSpPr>
        <p:spPr>
          <a:xfrm>
            <a:off x="9426351" y="2976254"/>
            <a:ext cx="1354354" cy="1161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sided op-amp w/ Gain of 2</a:t>
            </a:r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F9F0AE40-29F0-449B-B64B-489F730BFD70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9049352" y="2291410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A2378B-E6A1-4E61-871C-E02B09165022}"/>
              </a:ext>
            </a:extLst>
          </p:cNvPr>
          <p:cNvGrpSpPr/>
          <p:nvPr/>
        </p:nvGrpSpPr>
        <p:grpSpPr>
          <a:xfrm rot="2632569">
            <a:off x="9076508" y="2461665"/>
            <a:ext cx="111053" cy="421485"/>
            <a:chOff x="3205747" y="2824013"/>
            <a:chExt cx="76200" cy="262087"/>
          </a:xfrm>
        </p:grpSpPr>
        <p:sp>
          <p:nvSpPr>
            <p:cNvPr id="19" name="Line 43">
              <a:extLst>
                <a:ext uri="{FF2B5EF4-FFF2-40B4-BE49-F238E27FC236}">
                  <a16:creationId xmlns:a16="http://schemas.microsoft.com/office/drawing/2014/main" id="{A3F4B59B-8CB8-4041-B28F-DF6A8AC00A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44">
              <a:extLst>
                <a:ext uri="{FF2B5EF4-FFF2-40B4-BE49-F238E27FC236}">
                  <a16:creationId xmlns:a16="http://schemas.microsoft.com/office/drawing/2014/main" id="{B18B0535-FE29-4946-8D1A-F79072E3A7D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72150C1-74F4-43CC-B2F7-98A0A6BFFC02}"/>
              </a:ext>
            </a:extLst>
          </p:cNvPr>
          <p:cNvSpPr txBox="1"/>
          <p:nvPr/>
        </p:nvSpPr>
        <p:spPr>
          <a:xfrm>
            <a:off x="4851133" y="1805956"/>
            <a:ext cx="324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 (also for op-amp power)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F85FA0-9552-49B5-83C6-EBB271057EF1}"/>
              </a:ext>
            </a:extLst>
          </p:cNvPr>
          <p:cNvCxnSpPr>
            <a:cxnSpLocks/>
          </p:cNvCxnSpPr>
          <p:nvPr/>
        </p:nvCxnSpPr>
        <p:spPr>
          <a:xfrm>
            <a:off x="6782604" y="2145812"/>
            <a:ext cx="1065308" cy="51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12">
            <a:extLst>
              <a:ext uri="{FF2B5EF4-FFF2-40B4-BE49-F238E27FC236}">
                <a16:creationId xmlns:a16="http://schemas.microsoft.com/office/drawing/2014/main" id="{48CC42B2-BC19-4368-96EB-3261C6611A02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8968348" y="4351130"/>
            <a:ext cx="112295" cy="762000"/>
          </a:xfrm>
          <a:custGeom>
            <a:avLst/>
            <a:gdLst>
              <a:gd name="T0" fmla="*/ 2147483646 w 192"/>
              <a:gd name="T1" fmla="*/ 0 h 960"/>
              <a:gd name="T2" fmla="*/ 2147483646 w 192"/>
              <a:gd name="T3" fmla="*/ 2147483646 h 960"/>
              <a:gd name="T4" fmla="*/ 2147483646 w 192"/>
              <a:gd name="T5" fmla="*/ 2147483646 h 960"/>
              <a:gd name="T6" fmla="*/ 0 w 192"/>
              <a:gd name="T7" fmla="*/ 2147483646 h 960"/>
              <a:gd name="T8" fmla="*/ 2147483646 w 192"/>
              <a:gd name="T9" fmla="*/ 2147483646 h 960"/>
              <a:gd name="T10" fmla="*/ 0 w 192"/>
              <a:gd name="T11" fmla="*/ 2147483646 h 960"/>
              <a:gd name="T12" fmla="*/ 2147483646 w 192"/>
              <a:gd name="T13" fmla="*/ 2147483646 h 960"/>
              <a:gd name="T14" fmla="*/ 0 w 192"/>
              <a:gd name="T15" fmla="*/ 2147483646 h 960"/>
              <a:gd name="T16" fmla="*/ 2147483646 w 192"/>
              <a:gd name="T17" fmla="*/ 2147483646 h 960"/>
              <a:gd name="T18" fmla="*/ 2147483646 w 192"/>
              <a:gd name="T19" fmla="*/ 2147483646 h 96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92"/>
              <a:gd name="T31" fmla="*/ 0 h 960"/>
              <a:gd name="T32" fmla="*/ 192 w 192"/>
              <a:gd name="T33" fmla="*/ 960 h 96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92" h="960">
                <a:moveTo>
                  <a:pt x="96" y="0"/>
                </a:moveTo>
                <a:lnTo>
                  <a:pt x="96" y="192"/>
                </a:lnTo>
                <a:lnTo>
                  <a:pt x="192" y="240"/>
                </a:lnTo>
                <a:lnTo>
                  <a:pt x="0" y="336"/>
                </a:lnTo>
                <a:lnTo>
                  <a:pt x="192" y="432"/>
                </a:lnTo>
                <a:lnTo>
                  <a:pt x="0" y="528"/>
                </a:lnTo>
                <a:lnTo>
                  <a:pt x="192" y="624"/>
                </a:lnTo>
                <a:lnTo>
                  <a:pt x="0" y="720"/>
                </a:lnTo>
                <a:lnTo>
                  <a:pt x="96" y="768"/>
                </a:lnTo>
                <a:lnTo>
                  <a:pt x="96" y="96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684B29B9-6590-4EED-9FB0-6077A641247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405496" y="4746278"/>
            <a:ext cx="68178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41">
            <a:extLst>
              <a:ext uri="{FF2B5EF4-FFF2-40B4-BE49-F238E27FC236}">
                <a16:creationId xmlns:a16="http://schemas.microsoft.com/office/drawing/2014/main" id="{C13ED81D-371C-481F-951B-03DBF9DA3F8B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9950927" y="2672410"/>
            <a:ext cx="0" cy="3192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3676D7BA-853F-4AC1-9D19-5F0ACF818D1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486500" y="2672410"/>
            <a:ext cx="46442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41">
            <a:extLst>
              <a:ext uri="{FF2B5EF4-FFF2-40B4-BE49-F238E27FC236}">
                <a16:creationId xmlns:a16="http://schemas.microsoft.com/office/drawing/2014/main" id="{7769E373-F235-4554-A935-731D84436DCF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8717147" y="2281927"/>
            <a:ext cx="0" cy="3343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1" name="Line 41">
            <a:extLst>
              <a:ext uri="{FF2B5EF4-FFF2-40B4-BE49-F238E27FC236}">
                <a16:creationId xmlns:a16="http://schemas.microsoft.com/office/drawing/2014/main" id="{4AAB5983-9F9C-4D0E-A721-985A2795172A}"/>
              </a:ext>
            </a:extLst>
          </p:cNvPr>
          <p:cNvSpPr>
            <a:spLocks noChangeAspect="1" noChangeShapeType="1"/>
          </p:cNvSpPr>
          <p:nvPr/>
        </p:nvSpPr>
        <p:spPr bwMode="auto">
          <a:xfrm rot="10800000" flipV="1">
            <a:off x="9555203" y="2281928"/>
            <a:ext cx="0" cy="3904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845442-3BD4-446D-B671-E78D4063CEA0}"/>
              </a:ext>
            </a:extLst>
          </p:cNvPr>
          <p:cNvSpPr txBox="1"/>
          <p:nvPr/>
        </p:nvSpPr>
        <p:spPr>
          <a:xfrm>
            <a:off x="8523972" y="1908962"/>
            <a:ext cx="28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non-inverting op-amp</a:t>
            </a:r>
          </a:p>
        </p:txBody>
      </p:sp>
      <p:grpSp>
        <p:nvGrpSpPr>
          <p:cNvPr id="40" name="Group 204">
            <a:extLst>
              <a:ext uri="{FF2B5EF4-FFF2-40B4-BE49-F238E27FC236}">
                <a16:creationId xmlns:a16="http://schemas.microsoft.com/office/drawing/2014/main" id="{6128A6F1-FCA6-4D2A-BECE-58FEF725C18E}"/>
              </a:ext>
            </a:extLst>
          </p:cNvPr>
          <p:cNvGrpSpPr>
            <a:grpSpLocks/>
          </p:cNvGrpSpPr>
          <p:nvPr/>
        </p:nvGrpSpPr>
        <p:grpSpPr bwMode="auto">
          <a:xfrm>
            <a:off x="10932695" y="3159620"/>
            <a:ext cx="304800" cy="762000"/>
            <a:chOff x="3552" y="2400"/>
            <a:chExt cx="192" cy="480"/>
          </a:xfrm>
        </p:grpSpPr>
        <p:sp>
          <p:nvSpPr>
            <p:cNvPr id="41" name="Line 52">
              <a:extLst>
                <a:ext uri="{FF2B5EF4-FFF2-40B4-BE49-F238E27FC236}">
                  <a16:creationId xmlns:a16="http://schemas.microsoft.com/office/drawing/2014/main" id="{5A197E23-34F6-4A8B-9D90-82FF51EC76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8" y="240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53">
              <a:extLst>
                <a:ext uri="{FF2B5EF4-FFF2-40B4-BE49-F238E27FC236}">
                  <a16:creationId xmlns:a16="http://schemas.microsoft.com/office/drawing/2014/main" id="{90BE472C-DB6D-4A63-B05E-1716DF1930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48" y="2784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54">
              <a:extLst>
                <a:ext uri="{FF2B5EF4-FFF2-40B4-BE49-F238E27FC236}">
                  <a16:creationId xmlns:a16="http://schemas.microsoft.com/office/drawing/2014/main" id="{84F2796B-6AAD-4AAD-81A7-B6E894B185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24" y="2592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55">
              <a:extLst>
                <a:ext uri="{FF2B5EF4-FFF2-40B4-BE49-F238E27FC236}">
                  <a16:creationId xmlns:a16="http://schemas.microsoft.com/office/drawing/2014/main" id="{CF901BA9-3F9F-4295-895C-D6B7E71982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48" y="2568"/>
              <a:ext cx="0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56">
              <a:extLst>
                <a:ext uri="{FF2B5EF4-FFF2-40B4-BE49-F238E27FC236}">
                  <a16:creationId xmlns:a16="http://schemas.microsoft.com/office/drawing/2014/main" id="{E4187405-DB02-4059-AE1B-D7EECF047E3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24" y="2688"/>
              <a:ext cx="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57">
              <a:extLst>
                <a:ext uri="{FF2B5EF4-FFF2-40B4-BE49-F238E27FC236}">
                  <a16:creationId xmlns:a16="http://schemas.microsoft.com/office/drawing/2014/main" id="{4AA518ED-A225-41E6-AD5C-5FF5961CD4E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52" y="2496"/>
              <a:ext cx="192" cy="288"/>
            </a:xfrm>
            <a:custGeom>
              <a:avLst/>
              <a:gdLst>
                <a:gd name="T0" fmla="*/ 24 w 384"/>
                <a:gd name="T1" fmla="*/ 0 h 576"/>
                <a:gd name="T2" fmla="*/ 0 w 384"/>
                <a:gd name="T3" fmla="*/ 36 h 576"/>
                <a:gd name="T4" fmla="*/ 24 w 384"/>
                <a:gd name="T5" fmla="*/ 72 h 576"/>
                <a:gd name="T6" fmla="*/ 48 w 384"/>
                <a:gd name="T7" fmla="*/ 36 h 576"/>
                <a:gd name="T8" fmla="*/ 24 w 384"/>
                <a:gd name="T9" fmla="*/ 0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4"/>
                <a:gd name="T16" fmla="*/ 0 h 576"/>
                <a:gd name="T17" fmla="*/ 384 w 384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4" h="576">
                  <a:moveTo>
                    <a:pt x="192" y="0"/>
                  </a:moveTo>
                  <a:lnTo>
                    <a:pt x="0" y="288"/>
                  </a:lnTo>
                  <a:lnTo>
                    <a:pt x="192" y="576"/>
                  </a:lnTo>
                  <a:lnTo>
                    <a:pt x="384" y="288"/>
                  </a:lnTo>
                  <a:lnTo>
                    <a:pt x="192" y="0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988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6038-8899-4BD4-87ED-255C1B67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7 - Thevenin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7DD8-1704-44EB-8FA2-BE07EDE2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5202" cy="4351338"/>
          </a:xfrm>
        </p:spPr>
        <p:txBody>
          <a:bodyPr/>
          <a:lstStyle/>
          <a:p>
            <a:r>
              <a:rPr lang="en-US" dirty="0"/>
              <a:t>Learning Goals</a:t>
            </a:r>
          </a:p>
          <a:p>
            <a:pPr lvl="1"/>
            <a:r>
              <a:rPr lang="en-US" dirty="0"/>
              <a:t>Thevenin</a:t>
            </a:r>
          </a:p>
          <a:p>
            <a:pPr lvl="1"/>
            <a:r>
              <a:rPr lang="en-US" dirty="0"/>
              <a:t>Max power transfer</a:t>
            </a:r>
          </a:p>
          <a:p>
            <a:r>
              <a:rPr lang="en-US" dirty="0"/>
              <a:t>PCB Notes</a:t>
            </a:r>
          </a:p>
          <a:p>
            <a:pPr lvl="1"/>
            <a:r>
              <a:rPr lang="en-US" dirty="0"/>
              <a:t>Four corner the switches</a:t>
            </a:r>
          </a:p>
          <a:p>
            <a:pPr lvl="1"/>
            <a:r>
              <a:rPr lang="en-US" dirty="0"/>
              <a:t>PADS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16955-153C-495C-B644-25C6026140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59592" y="1549818"/>
            <a:ext cx="5495575" cy="3128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261F33-776D-4F4E-B05F-0271781F4429}"/>
                  </a:ext>
                </a:extLst>
              </p:cNvPr>
              <p:cNvSpPr txBox="1"/>
              <p:nvPr/>
            </p:nvSpPr>
            <p:spPr>
              <a:xfrm>
                <a:off x="5563402" y="4812816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CMU Serif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=560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𝛺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=1500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𝛺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3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=220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𝛺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, 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𝑎𝑛𝑑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MU Serif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=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9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MU Serif"/>
                      </a:rPr>
                      <m:t>𝑉</m:t>
                    </m:r>
                  </m:oMath>
                </a14:m>
                <a:r>
                  <a:rPr lang="en-US" sz="1800" dirty="0">
                    <a:effectLst/>
                    <a:latin typeface="Georgia" panose="02040502050405020303" pitchFamily="18" charset="0"/>
                    <a:ea typeface="Times New Roman" panose="02020603050405020304" pitchFamily="18" charset="0"/>
                    <a:cs typeface="CMU Serif"/>
                  </a:rPr>
                  <a:t>.  </a:t>
                </a: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261F33-776D-4F4E-B05F-0271781F4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3402" y="4812816"/>
                <a:ext cx="6097604" cy="369332"/>
              </a:xfrm>
              <a:prstGeom prst="rect">
                <a:avLst/>
              </a:prstGeom>
              <a:blipFill>
                <a:blip r:embed="rId3"/>
                <a:stretch>
                  <a:fillRect l="-90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E145D5A-3514-446C-BFF1-D556073A4111}"/>
              </a:ext>
            </a:extLst>
          </p:cNvPr>
          <p:cNvSpPr txBox="1"/>
          <p:nvPr/>
        </p:nvSpPr>
        <p:spPr>
          <a:xfrm>
            <a:off x="6332088" y="962623"/>
            <a:ext cx="324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 corner the switches!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C563C5-7154-474E-8052-4EF6442951EE}"/>
              </a:ext>
            </a:extLst>
          </p:cNvPr>
          <p:cNvCxnSpPr>
            <a:cxnSpLocks/>
          </p:cNvCxnSpPr>
          <p:nvPr/>
        </p:nvCxnSpPr>
        <p:spPr>
          <a:xfrm>
            <a:off x="5422119" y="1671047"/>
            <a:ext cx="1065308" cy="51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CE223-14EA-4719-A291-569CBBED80C0}"/>
              </a:ext>
            </a:extLst>
          </p:cNvPr>
          <p:cNvGrpSpPr/>
          <p:nvPr/>
        </p:nvGrpSpPr>
        <p:grpSpPr>
          <a:xfrm rot="3548587">
            <a:off x="9556664" y="2526783"/>
            <a:ext cx="353331" cy="1174130"/>
            <a:chOff x="3205747" y="2824013"/>
            <a:chExt cx="76200" cy="262087"/>
          </a:xfrm>
        </p:grpSpPr>
        <p:sp>
          <p:nvSpPr>
            <p:cNvPr id="12" name="Line 43">
              <a:extLst>
                <a:ext uri="{FF2B5EF4-FFF2-40B4-BE49-F238E27FC236}">
                  <a16:creationId xmlns:a16="http://schemas.microsoft.com/office/drawing/2014/main" id="{F282590D-03CB-4B82-8341-82F447C771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0800000">
              <a:off x="3235491" y="2895600"/>
              <a:ext cx="0" cy="1905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9EBD7ADB-64B1-4B61-888F-935DF8F9112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 flipH="1">
              <a:off x="3205747" y="2824013"/>
              <a:ext cx="76200" cy="76200"/>
            </a:xfrm>
            <a:custGeom>
              <a:avLst/>
              <a:gdLst>
                <a:gd name="T0" fmla="*/ 0 w 96"/>
                <a:gd name="T1" fmla="*/ 6 h 96"/>
                <a:gd name="T2" fmla="*/ 12 w 96"/>
                <a:gd name="T3" fmla="*/ 0 h 96"/>
                <a:gd name="T4" fmla="*/ 12 w 96"/>
                <a:gd name="T5" fmla="*/ 12 h 96"/>
                <a:gd name="T6" fmla="*/ 0 w 96"/>
                <a:gd name="T7" fmla="*/ 6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96"/>
                <a:gd name="T14" fmla="*/ 96 w 96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96">
                  <a:moveTo>
                    <a:pt x="0" y="48"/>
                  </a:moveTo>
                  <a:lnTo>
                    <a:pt x="96" y="0"/>
                  </a:lnTo>
                  <a:lnTo>
                    <a:pt x="96" y="96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143935-D365-4FB5-9167-3176117B6B95}"/>
              </a:ext>
            </a:extLst>
          </p:cNvPr>
          <p:cNvCxnSpPr>
            <a:cxnSpLocks/>
          </p:cNvCxnSpPr>
          <p:nvPr/>
        </p:nvCxnSpPr>
        <p:spPr>
          <a:xfrm flipH="1">
            <a:off x="9735388" y="1414881"/>
            <a:ext cx="592519" cy="787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D5E704-0D44-444C-A718-DA35579E2E7C}"/>
              </a:ext>
            </a:extLst>
          </p:cNvPr>
          <p:cNvCxnSpPr>
            <a:cxnSpLocks/>
          </p:cNvCxnSpPr>
          <p:nvPr/>
        </p:nvCxnSpPr>
        <p:spPr>
          <a:xfrm flipH="1" flipV="1">
            <a:off x="9698913" y="4029784"/>
            <a:ext cx="1235386" cy="36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F273D4-4639-4EC7-A9F5-AA544452CB2A}"/>
              </a:ext>
            </a:extLst>
          </p:cNvPr>
          <p:cNvCxnSpPr>
            <a:cxnSpLocks/>
          </p:cNvCxnSpPr>
          <p:nvPr/>
        </p:nvCxnSpPr>
        <p:spPr>
          <a:xfrm flipV="1">
            <a:off x="5563402" y="4001294"/>
            <a:ext cx="924025" cy="420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152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877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Georgia</vt:lpstr>
      <vt:lpstr>Times New Roman</vt:lpstr>
      <vt:lpstr>Office Theme</vt:lpstr>
      <vt:lpstr>Circuits Concept Builder</vt:lpstr>
      <vt:lpstr>Overall Vision</vt:lpstr>
      <vt:lpstr>Overall Board Layout</vt:lpstr>
      <vt:lpstr>Overall Board Layout</vt:lpstr>
      <vt:lpstr>Overall Board Layout</vt:lpstr>
      <vt:lpstr>Power</vt:lpstr>
      <vt:lpstr>Power </vt:lpstr>
      <vt:lpstr>Test points</vt:lpstr>
      <vt:lpstr>General Components</vt:lpstr>
      <vt:lpstr>Circuit 1 – Through and Across</vt:lpstr>
      <vt:lpstr>Circuit 2 – Voltage divider with Loads</vt:lpstr>
      <vt:lpstr>Circuit 3 – Mixed DC and Can’t measure resistance in a LIVE circuit</vt:lpstr>
      <vt:lpstr>Circuit 4 – Series / Parallel with Lights</vt:lpstr>
      <vt:lpstr>Circuit 5 – RC time constant</vt:lpstr>
      <vt:lpstr>Circuit 6 – Dependent Voltage Source</vt:lpstr>
      <vt:lpstr>Circuit 7 - Thevenin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Circuits Concept Builder</dc:title>
  <dc:creator>Mark Trudgen</dc:creator>
  <cp:lastModifiedBy>Mark Trudgen</cp:lastModifiedBy>
  <cp:revision>19</cp:revision>
  <dcterms:created xsi:type="dcterms:W3CDTF">2025-12-10T13:34:02Z</dcterms:created>
  <dcterms:modified xsi:type="dcterms:W3CDTF">2026-02-17T21:04:48Z</dcterms:modified>
</cp:coreProperties>
</file>